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" d="100"/>
          <a:sy n="10" d="100"/>
        </p:scale>
        <p:origin x="2276" y="108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88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2447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08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604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77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8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786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886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2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12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184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8B11F6-F74E-41B2-96FE-0C5B8041F1FC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698CF-8FE7-4766-98C6-80978CFAC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767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roup 543">
            <a:extLst>
              <a:ext uri="{FF2B5EF4-FFF2-40B4-BE49-F238E27FC236}">
                <a16:creationId xmlns:a16="http://schemas.microsoft.com/office/drawing/2014/main" id="{0149F29B-8906-6EDA-947B-7AFF1322AC2F}"/>
              </a:ext>
            </a:extLst>
          </p:cNvPr>
          <p:cNvGrpSpPr/>
          <p:nvPr/>
        </p:nvGrpSpPr>
        <p:grpSpPr>
          <a:xfrm>
            <a:off x="-2205" y="0"/>
            <a:ext cx="30276000" cy="3027600"/>
            <a:chOff x="0" y="0"/>
            <a:chExt cx="30276000" cy="3027600"/>
          </a:xfrm>
        </p:grpSpPr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893DADC9-90AD-EC73-DF46-8057347262B8}"/>
                </a:ext>
              </a:extLst>
            </p:cNvPr>
            <p:cNvSpPr/>
            <p:nvPr/>
          </p:nvSpPr>
          <p:spPr>
            <a:xfrm>
              <a:off x="3027600" y="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E2D9D1A9-6600-419D-362A-7BD7DAA81EA5}"/>
                </a:ext>
              </a:extLst>
            </p:cNvPr>
            <p:cNvSpPr/>
            <p:nvPr/>
          </p:nvSpPr>
          <p:spPr>
            <a:xfrm>
              <a:off x="0" y="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3F4A1AF0-F347-1F97-9E9E-88ECAF3DFA48}"/>
                </a:ext>
              </a:extLst>
            </p:cNvPr>
            <p:cNvSpPr/>
            <p:nvPr/>
          </p:nvSpPr>
          <p:spPr>
            <a:xfrm>
              <a:off x="6055200" y="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5F32C9CC-F97C-65CD-0801-EEBA5FEAC9B3}"/>
                </a:ext>
              </a:extLst>
            </p:cNvPr>
            <p:cNvSpPr/>
            <p:nvPr/>
          </p:nvSpPr>
          <p:spPr>
            <a:xfrm>
              <a:off x="9082800" y="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EF4537E4-37BC-A74B-C7E0-55EED705BC2F}"/>
                </a:ext>
              </a:extLst>
            </p:cNvPr>
            <p:cNvSpPr/>
            <p:nvPr/>
          </p:nvSpPr>
          <p:spPr>
            <a:xfrm>
              <a:off x="12110400" y="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7B527CE3-2CB3-D670-BA59-4EAC9A1E48A0}"/>
                </a:ext>
              </a:extLst>
            </p:cNvPr>
            <p:cNvSpPr/>
            <p:nvPr/>
          </p:nvSpPr>
          <p:spPr>
            <a:xfrm>
              <a:off x="15138000" y="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F7264674-EEB8-8245-6ED2-03585C0CFAEC}"/>
                </a:ext>
              </a:extLst>
            </p:cNvPr>
            <p:cNvSpPr/>
            <p:nvPr/>
          </p:nvSpPr>
          <p:spPr>
            <a:xfrm>
              <a:off x="18165600" y="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5373F155-2A49-363C-19EE-B0981AA08AA0}"/>
                </a:ext>
              </a:extLst>
            </p:cNvPr>
            <p:cNvSpPr/>
            <p:nvPr/>
          </p:nvSpPr>
          <p:spPr>
            <a:xfrm>
              <a:off x="21193200" y="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E169F0FE-F789-783E-8F8E-CF059F218826}"/>
                </a:ext>
              </a:extLst>
            </p:cNvPr>
            <p:cNvSpPr/>
            <p:nvPr/>
          </p:nvSpPr>
          <p:spPr>
            <a:xfrm>
              <a:off x="24220800" y="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96EB7819-95B4-CC09-59A9-87AB45B42E14}"/>
                </a:ext>
              </a:extLst>
            </p:cNvPr>
            <p:cNvSpPr/>
            <p:nvPr/>
          </p:nvSpPr>
          <p:spPr>
            <a:xfrm>
              <a:off x="27248400" y="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9FF6F7E5-63DD-F17F-5B8B-1301A71A86FD}"/>
              </a:ext>
            </a:extLst>
          </p:cNvPr>
          <p:cNvGrpSpPr/>
          <p:nvPr/>
        </p:nvGrpSpPr>
        <p:grpSpPr>
          <a:xfrm>
            <a:off x="-1068" y="3018303"/>
            <a:ext cx="30276000" cy="3027600"/>
            <a:chOff x="400" y="3027600"/>
            <a:chExt cx="30276000" cy="3027600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CAB299C6-E2CF-D3FB-765E-D42D20F14A6F}"/>
                </a:ext>
              </a:extLst>
            </p:cNvPr>
            <p:cNvSpPr/>
            <p:nvPr/>
          </p:nvSpPr>
          <p:spPr>
            <a:xfrm>
              <a:off x="3028000" y="3027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8655AD42-480F-C759-B87B-58FE7B30E850}"/>
                </a:ext>
              </a:extLst>
            </p:cNvPr>
            <p:cNvSpPr/>
            <p:nvPr/>
          </p:nvSpPr>
          <p:spPr>
            <a:xfrm>
              <a:off x="400" y="3027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57E12DF7-7849-1516-2ECC-F5B96D030662}"/>
                </a:ext>
              </a:extLst>
            </p:cNvPr>
            <p:cNvSpPr/>
            <p:nvPr/>
          </p:nvSpPr>
          <p:spPr>
            <a:xfrm>
              <a:off x="6055600" y="3027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0D6AF51E-34B8-FECC-FE7F-80DA61F9AB50}"/>
                </a:ext>
              </a:extLst>
            </p:cNvPr>
            <p:cNvSpPr/>
            <p:nvPr/>
          </p:nvSpPr>
          <p:spPr>
            <a:xfrm>
              <a:off x="9083200" y="3027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EDE656FE-E835-9749-1A2C-531A14A50376}"/>
                </a:ext>
              </a:extLst>
            </p:cNvPr>
            <p:cNvSpPr/>
            <p:nvPr/>
          </p:nvSpPr>
          <p:spPr>
            <a:xfrm>
              <a:off x="12110800" y="3027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9E384AE4-BCD7-FFDA-9736-E3E484E70967}"/>
                </a:ext>
              </a:extLst>
            </p:cNvPr>
            <p:cNvSpPr/>
            <p:nvPr/>
          </p:nvSpPr>
          <p:spPr>
            <a:xfrm>
              <a:off x="15138400" y="3027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C04260B5-5511-2F65-4B00-47426F74EF5D}"/>
                </a:ext>
              </a:extLst>
            </p:cNvPr>
            <p:cNvSpPr/>
            <p:nvPr/>
          </p:nvSpPr>
          <p:spPr>
            <a:xfrm>
              <a:off x="18166000" y="3027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B69F11DA-5D70-AE51-E0DD-AF56B02C8D89}"/>
                </a:ext>
              </a:extLst>
            </p:cNvPr>
            <p:cNvSpPr/>
            <p:nvPr/>
          </p:nvSpPr>
          <p:spPr>
            <a:xfrm>
              <a:off x="21193600" y="3027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CD237ED6-AF86-0521-B363-54562F2BBB0B}"/>
                </a:ext>
              </a:extLst>
            </p:cNvPr>
            <p:cNvSpPr/>
            <p:nvPr/>
          </p:nvSpPr>
          <p:spPr>
            <a:xfrm>
              <a:off x="24221200" y="3027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83C1A0B9-9865-ACAD-DB94-991592067CA9}"/>
                </a:ext>
              </a:extLst>
            </p:cNvPr>
            <p:cNvSpPr/>
            <p:nvPr/>
          </p:nvSpPr>
          <p:spPr>
            <a:xfrm>
              <a:off x="27248800" y="3027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6BF728F8-5D08-8D9B-D4E3-61C8F2027AB8}"/>
              </a:ext>
            </a:extLst>
          </p:cNvPr>
          <p:cNvGrpSpPr/>
          <p:nvPr/>
        </p:nvGrpSpPr>
        <p:grpSpPr>
          <a:xfrm>
            <a:off x="69" y="6036606"/>
            <a:ext cx="30276000" cy="3027600"/>
            <a:chOff x="800" y="6055200"/>
            <a:chExt cx="30276000" cy="3027600"/>
          </a:xfrm>
        </p:grpSpPr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24664858-8D22-CA9F-58A6-6B48E9EA1E44}"/>
                </a:ext>
              </a:extLst>
            </p:cNvPr>
            <p:cNvSpPr/>
            <p:nvPr/>
          </p:nvSpPr>
          <p:spPr>
            <a:xfrm>
              <a:off x="3028400" y="6055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50583F31-6550-8FAB-B0E1-EC5537569760}"/>
                </a:ext>
              </a:extLst>
            </p:cNvPr>
            <p:cNvSpPr/>
            <p:nvPr/>
          </p:nvSpPr>
          <p:spPr>
            <a:xfrm>
              <a:off x="800" y="6055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7CAD3B1B-5B83-2555-C00D-DE86686B966E}"/>
                </a:ext>
              </a:extLst>
            </p:cNvPr>
            <p:cNvSpPr/>
            <p:nvPr/>
          </p:nvSpPr>
          <p:spPr>
            <a:xfrm>
              <a:off x="6056000" y="6055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8F8236A9-A872-FBEE-4DE1-CCC26D72F602}"/>
                </a:ext>
              </a:extLst>
            </p:cNvPr>
            <p:cNvSpPr/>
            <p:nvPr/>
          </p:nvSpPr>
          <p:spPr>
            <a:xfrm>
              <a:off x="9083600" y="6055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E83D0829-12A2-F438-FD70-FDE6DD0A6E7D}"/>
                </a:ext>
              </a:extLst>
            </p:cNvPr>
            <p:cNvSpPr/>
            <p:nvPr/>
          </p:nvSpPr>
          <p:spPr>
            <a:xfrm>
              <a:off x="12111200" y="6055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A30049E2-F88C-AC9F-7C26-FF242EFCB726}"/>
                </a:ext>
              </a:extLst>
            </p:cNvPr>
            <p:cNvSpPr/>
            <p:nvPr/>
          </p:nvSpPr>
          <p:spPr>
            <a:xfrm>
              <a:off x="15138800" y="6055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F69D3CD5-0AA8-0488-7070-BBB5DA105074}"/>
                </a:ext>
              </a:extLst>
            </p:cNvPr>
            <p:cNvSpPr/>
            <p:nvPr/>
          </p:nvSpPr>
          <p:spPr>
            <a:xfrm>
              <a:off x="18166400" y="6055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65A8711F-1F1F-91EB-CD07-B0DA6377B1B1}"/>
                </a:ext>
              </a:extLst>
            </p:cNvPr>
            <p:cNvSpPr/>
            <p:nvPr/>
          </p:nvSpPr>
          <p:spPr>
            <a:xfrm>
              <a:off x="21194000" y="6055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EF15A623-9A88-8224-D108-12E4FD94ACAB}"/>
                </a:ext>
              </a:extLst>
            </p:cNvPr>
            <p:cNvSpPr/>
            <p:nvPr/>
          </p:nvSpPr>
          <p:spPr>
            <a:xfrm>
              <a:off x="24221600" y="6055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66E7FB7B-2622-1BA8-B8A6-204D6014A8F4}"/>
                </a:ext>
              </a:extLst>
            </p:cNvPr>
            <p:cNvSpPr/>
            <p:nvPr/>
          </p:nvSpPr>
          <p:spPr>
            <a:xfrm>
              <a:off x="27249200" y="6055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1" name="Group 540">
            <a:extLst>
              <a:ext uri="{FF2B5EF4-FFF2-40B4-BE49-F238E27FC236}">
                <a16:creationId xmlns:a16="http://schemas.microsoft.com/office/drawing/2014/main" id="{9CB37A11-D6D1-3F61-6FB2-1734BDB3418C}"/>
              </a:ext>
            </a:extLst>
          </p:cNvPr>
          <p:cNvGrpSpPr/>
          <p:nvPr/>
        </p:nvGrpSpPr>
        <p:grpSpPr>
          <a:xfrm>
            <a:off x="1200" y="9054909"/>
            <a:ext cx="30276000" cy="3027600"/>
            <a:chOff x="1200" y="9082800"/>
            <a:chExt cx="30276000" cy="3027600"/>
          </a:xfrm>
        </p:grpSpPr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F197CE3D-8F4E-8320-A21E-6B59CC52B490}"/>
                </a:ext>
              </a:extLst>
            </p:cNvPr>
            <p:cNvSpPr/>
            <p:nvPr/>
          </p:nvSpPr>
          <p:spPr>
            <a:xfrm>
              <a:off x="3028800" y="9082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B918BDFF-4951-C23B-32C3-B2F31140FB04}"/>
                </a:ext>
              </a:extLst>
            </p:cNvPr>
            <p:cNvSpPr/>
            <p:nvPr/>
          </p:nvSpPr>
          <p:spPr>
            <a:xfrm>
              <a:off x="1200" y="9082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DC9AF439-9E79-D27B-6A3B-23358DAFBBB3}"/>
                </a:ext>
              </a:extLst>
            </p:cNvPr>
            <p:cNvSpPr/>
            <p:nvPr/>
          </p:nvSpPr>
          <p:spPr>
            <a:xfrm>
              <a:off x="6056400" y="9082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C1925C5A-9A6E-13E4-3624-F8890381080B}"/>
                </a:ext>
              </a:extLst>
            </p:cNvPr>
            <p:cNvSpPr/>
            <p:nvPr/>
          </p:nvSpPr>
          <p:spPr>
            <a:xfrm>
              <a:off x="9084000" y="9082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50A379ED-DD49-FA08-44B3-FA08F6575148}"/>
                </a:ext>
              </a:extLst>
            </p:cNvPr>
            <p:cNvSpPr/>
            <p:nvPr/>
          </p:nvSpPr>
          <p:spPr>
            <a:xfrm>
              <a:off x="12111600" y="9082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9B3F8CEA-B0E2-A4F3-4D14-B3E4F17755DA}"/>
                </a:ext>
              </a:extLst>
            </p:cNvPr>
            <p:cNvSpPr/>
            <p:nvPr/>
          </p:nvSpPr>
          <p:spPr>
            <a:xfrm>
              <a:off x="15139200" y="9082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FDD645D4-A621-751A-C445-0A1284235BBB}"/>
                </a:ext>
              </a:extLst>
            </p:cNvPr>
            <p:cNvSpPr/>
            <p:nvPr/>
          </p:nvSpPr>
          <p:spPr>
            <a:xfrm>
              <a:off x="18166800" y="9082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EB68A842-A294-3D23-6D8E-EEEE956A7614}"/>
                </a:ext>
              </a:extLst>
            </p:cNvPr>
            <p:cNvSpPr/>
            <p:nvPr/>
          </p:nvSpPr>
          <p:spPr>
            <a:xfrm>
              <a:off x="21194400" y="9082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8EF655E6-D413-E4E9-61BE-F82DEC182358}"/>
                </a:ext>
              </a:extLst>
            </p:cNvPr>
            <p:cNvSpPr/>
            <p:nvPr/>
          </p:nvSpPr>
          <p:spPr>
            <a:xfrm>
              <a:off x="24222000" y="9082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4B7C904B-A632-C90E-BAE6-EF2C4A4F85A4}"/>
                </a:ext>
              </a:extLst>
            </p:cNvPr>
            <p:cNvSpPr/>
            <p:nvPr/>
          </p:nvSpPr>
          <p:spPr>
            <a:xfrm>
              <a:off x="27249600" y="9082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0" name="Group 539">
            <a:extLst>
              <a:ext uri="{FF2B5EF4-FFF2-40B4-BE49-F238E27FC236}">
                <a16:creationId xmlns:a16="http://schemas.microsoft.com/office/drawing/2014/main" id="{8F0386B7-3E64-4E9A-A266-ED9B42AF55B5}"/>
              </a:ext>
            </a:extLst>
          </p:cNvPr>
          <p:cNvGrpSpPr/>
          <p:nvPr/>
        </p:nvGrpSpPr>
        <p:grpSpPr>
          <a:xfrm>
            <a:off x="-5616" y="12073212"/>
            <a:ext cx="30276000" cy="3027600"/>
            <a:chOff x="-13574" y="12110400"/>
            <a:chExt cx="30276000" cy="3027600"/>
          </a:xfrm>
        </p:grpSpPr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11595064-D61F-7975-A5C2-3ED1CDC54998}"/>
                </a:ext>
              </a:extLst>
            </p:cNvPr>
            <p:cNvSpPr/>
            <p:nvPr/>
          </p:nvSpPr>
          <p:spPr>
            <a:xfrm>
              <a:off x="3014026" y="12110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3C59D46E-B31D-0FF3-A359-39B3403E863F}"/>
                </a:ext>
              </a:extLst>
            </p:cNvPr>
            <p:cNvSpPr/>
            <p:nvPr/>
          </p:nvSpPr>
          <p:spPr>
            <a:xfrm>
              <a:off x="-13574" y="12110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801E846F-EAD5-2A5E-3F10-EF9C3C921027}"/>
                </a:ext>
              </a:extLst>
            </p:cNvPr>
            <p:cNvSpPr/>
            <p:nvPr/>
          </p:nvSpPr>
          <p:spPr>
            <a:xfrm>
              <a:off x="6041626" y="12110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2FB2E6C1-75E1-5E51-4566-77A6BD9B0102}"/>
                </a:ext>
              </a:extLst>
            </p:cNvPr>
            <p:cNvSpPr/>
            <p:nvPr/>
          </p:nvSpPr>
          <p:spPr>
            <a:xfrm>
              <a:off x="9069226" y="12110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F86DAEB3-15C6-FA0C-3179-670EF7118523}"/>
                </a:ext>
              </a:extLst>
            </p:cNvPr>
            <p:cNvSpPr/>
            <p:nvPr/>
          </p:nvSpPr>
          <p:spPr>
            <a:xfrm>
              <a:off x="12096826" y="12110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1F4396E9-CBA7-5FAF-6913-BCA527F2C9B4}"/>
                </a:ext>
              </a:extLst>
            </p:cNvPr>
            <p:cNvSpPr/>
            <p:nvPr/>
          </p:nvSpPr>
          <p:spPr>
            <a:xfrm>
              <a:off x="15124426" y="12110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FD70D5DC-241C-C869-918F-11B29CB5C6EB}"/>
                </a:ext>
              </a:extLst>
            </p:cNvPr>
            <p:cNvSpPr/>
            <p:nvPr/>
          </p:nvSpPr>
          <p:spPr>
            <a:xfrm>
              <a:off x="18152026" y="12110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44EB3216-5E04-32C0-FDA5-840FAE4B1116}"/>
                </a:ext>
              </a:extLst>
            </p:cNvPr>
            <p:cNvSpPr/>
            <p:nvPr/>
          </p:nvSpPr>
          <p:spPr>
            <a:xfrm>
              <a:off x="21179626" y="12110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10441AEE-0EA6-581E-CE6B-31DAF368F516}"/>
                </a:ext>
              </a:extLst>
            </p:cNvPr>
            <p:cNvSpPr/>
            <p:nvPr/>
          </p:nvSpPr>
          <p:spPr>
            <a:xfrm>
              <a:off x="24207226" y="12110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D8A4CE8E-F48D-3EA4-DD82-458712B4B903}"/>
                </a:ext>
              </a:extLst>
            </p:cNvPr>
            <p:cNvSpPr/>
            <p:nvPr/>
          </p:nvSpPr>
          <p:spPr>
            <a:xfrm>
              <a:off x="27234826" y="12110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4F1E7851-1271-2B8B-F454-4FDB9885746B}"/>
              </a:ext>
            </a:extLst>
          </p:cNvPr>
          <p:cNvGrpSpPr/>
          <p:nvPr/>
        </p:nvGrpSpPr>
        <p:grpSpPr>
          <a:xfrm>
            <a:off x="-4479" y="15091515"/>
            <a:ext cx="30276000" cy="3027600"/>
            <a:chOff x="-13574" y="15138000"/>
            <a:chExt cx="30276000" cy="3027600"/>
          </a:xfrm>
        </p:grpSpPr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4E3D33DB-09DE-01C1-2C00-C48FE69A1C96}"/>
                </a:ext>
              </a:extLst>
            </p:cNvPr>
            <p:cNvSpPr/>
            <p:nvPr/>
          </p:nvSpPr>
          <p:spPr>
            <a:xfrm>
              <a:off x="3014026" y="15138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4B8C86CF-F503-B0D1-01F4-6D97158EA0C9}"/>
                </a:ext>
              </a:extLst>
            </p:cNvPr>
            <p:cNvSpPr/>
            <p:nvPr/>
          </p:nvSpPr>
          <p:spPr>
            <a:xfrm>
              <a:off x="-13574" y="15138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D4950AE1-A53F-BAAA-26F0-528F7A5BAC0A}"/>
                </a:ext>
              </a:extLst>
            </p:cNvPr>
            <p:cNvSpPr/>
            <p:nvPr/>
          </p:nvSpPr>
          <p:spPr>
            <a:xfrm>
              <a:off x="6041626" y="15138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938E3956-46D3-2E53-BD4E-7B924F410E7B}"/>
                </a:ext>
              </a:extLst>
            </p:cNvPr>
            <p:cNvSpPr/>
            <p:nvPr/>
          </p:nvSpPr>
          <p:spPr>
            <a:xfrm>
              <a:off x="9069226" y="15138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1D4A3C12-2F5A-C959-74E3-9F96DABE17FA}"/>
                </a:ext>
              </a:extLst>
            </p:cNvPr>
            <p:cNvSpPr/>
            <p:nvPr/>
          </p:nvSpPr>
          <p:spPr>
            <a:xfrm>
              <a:off x="12096826" y="15138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18A52988-FC63-D7C2-4BBB-561FB386C380}"/>
                </a:ext>
              </a:extLst>
            </p:cNvPr>
            <p:cNvSpPr/>
            <p:nvPr/>
          </p:nvSpPr>
          <p:spPr>
            <a:xfrm>
              <a:off x="15124426" y="15138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3BA15511-E31A-924F-536C-349E5F5F3D96}"/>
                </a:ext>
              </a:extLst>
            </p:cNvPr>
            <p:cNvSpPr/>
            <p:nvPr/>
          </p:nvSpPr>
          <p:spPr>
            <a:xfrm>
              <a:off x="18152026" y="15138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72181E3E-4311-0FBC-9D35-511767948EE2}"/>
                </a:ext>
              </a:extLst>
            </p:cNvPr>
            <p:cNvSpPr/>
            <p:nvPr/>
          </p:nvSpPr>
          <p:spPr>
            <a:xfrm>
              <a:off x="21179626" y="15138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807E8CC2-612C-9409-90DD-8F3C5196EECD}"/>
                </a:ext>
              </a:extLst>
            </p:cNvPr>
            <p:cNvSpPr/>
            <p:nvPr/>
          </p:nvSpPr>
          <p:spPr>
            <a:xfrm>
              <a:off x="24207226" y="15138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CEB85978-3F79-C21B-76F9-A263A12F3FA8}"/>
                </a:ext>
              </a:extLst>
            </p:cNvPr>
            <p:cNvSpPr/>
            <p:nvPr/>
          </p:nvSpPr>
          <p:spPr>
            <a:xfrm>
              <a:off x="27234826" y="15138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C184FF72-EE63-EF1F-C1E6-1524145036C3}"/>
              </a:ext>
            </a:extLst>
          </p:cNvPr>
          <p:cNvGrpSpPr/>
          <p:nvPr/>
        </p:nvGrpSpPr>
        <p:grpSpPr>
          <a:xfrm>
            <a:off x="-3342" y="18109818"/>
            <a:ext cx="30276000" cy="3027600"/>
            <a:chOff x="-13574" y="18165600"/>
            <a:chExt cx="30276000" cy="3027600"/>
          </a:xfrm>
        </p:grpSpPr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EEF74192-AD3D-55A8-760F-C8D9D5F95BA0}"/>
                </a:ext>
              </a:extLst>
            </p:cNvPr>
            <p:cNvSpPr/>
            <p:nvPr/>
          </p:nvSpPr>
          <p:spPr>
            <a:xfrm>
              <a:off x="3014026" y="18165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157E4C10-5CAC-3CE6-1C54-06483FE40229}"/>
                </a:ext>
              </a:extLst>
            </p:cNvPr>
            <p:cNvSpPr/>
            <p:nvPr/>
          </p:nvSpPr>
          <p:spPr>
            <a:xfrm>
              <a:off x="-13574" y="18165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A453DAAE-3552-AD4E-21FC-B7B3EF77F948}"/>
                </a:ext>
              </a:extLst>
            </p:cNvPr>
            <p:cNvSpPr/>
            <p:nvPr/>
          </p:nvSpPr>
          <p:spPr>
            <a:xfrm>
              <a:off x="6041626" y="18165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F3C142AE-17D7-9B34-EC9B-BEB4B422C5FE}"/>
                </a:ext>
              </a:extLst>
            </p:cNvPr>
            <p:cNvSpPr/>
            <p:nvPr/>
          </p:nvSpPr>
          <p:spPr>
            <a:xfrm>
              <a:off x="9069226" y="18165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1CCA8876-E300-FC5A-0290-9D8678B3E837}"/>
                </a:ext>
              </a:extLst>
            </p:cNvPr>
            <p:cNvSpPr/>
            <p:nvPr/>
          </p:nvSpPr>
          <p:spPr>
            <a:xfrm>
              <a:off x="12096826" y="18165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714B194C-5306-38D3-48A7-6D265F7A2881}"/>
                </a:ext>
              </a:extLst>
            </p:cNvPr>
            <p:cNvSpPr/>
            <p:nvPr/>
          </p:nvSpPr>
          <p:spPr>
            <a:xfrm>
              <a:off x="15124426" y="18165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A6811BDF-CEF7-0840-EEF4-0EE50BA2CBCD}"/>
                </a:ext>
              </a:extLst>
            </p:cNvPr>
            <p:cNvSpPr/>
            <p:nvPr/>
          </p:nvSpPr>
          <p:spPr>
            <a:xfrm>
              <a:off x="18152026" y="18165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B219C07C-A5D6-1CF1-8553-917DE0FB0E7F}"/>
                </a:ext>
              </a:extLst>
            </p:cNvPr>
            <p:cNvSpPr/>
            <p:nvPr/>
          </p:nvSpPr>
          <p:spPr>
            <a:xfrm>
              <a:off x="21179626" y="18165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29EF5879-3AD7-8866-0BFE-DEB568B3CBEF}"/>
                </a:ext>
              </a:extLst>
            </p:cNvPr>
            <p:cNvSpPr/>
            <p:nvPr/>
          </p:nvSpPr>
          <p:spPr>
            <a:xfrm>
              <a:off x="24207226" y="18165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DD6D3D40-74AF-D450-41E0-A9799C79A166}"/>
                </a:ext>
              </a:extLst>
            </p:cNvPr>
            <p:cNvSpPr/>
            <p:nvPr/>
          </p:nvSpPr>
          <p:spPr>
            <a:xfrm>
              <a:off x="27234826" y="18165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554041E6-F2F3-83A4-0B34-5153F0F7AD61}"/>
              </a:ext>
            </a:extLst>
          </p:cNvPr>
          <p:cNvGrpSpPr/>
          <p:nvPr/>
        </p:nvGrpSpPr>
        <p:grpSpPr>
          <a:xfrm>
            <a:off x="-13575" y="24146424"/>
            <a:ext cx="30276000" cy="3027600"/>
            <a:chOff x="-13575" y="24220800"/>
            <a:chExt cx="30276000" cy="3027600"/>
          </a:xfrm>
        </p:grpSpPr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15D9735E-C09A-9F5B-56E6-3B97EC3FFA1C}"/>
                </a:ext>
              </a:extLst>
            </p:cNvPr>
            <p:cNvSpPr/>
            <p:nvPr/>
          </p:nvSpPr>
          <p:spPr>
            <a:xfrm>
              <a:off x="3014025" y="24220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3E4F5C3E-C757-AB74-325B-01F850C57770}"/>
                </a:ext>
              </a:extLst>
            </p:cNvPr>
            <p:cNvSpPr/>
            <p:nvPr/>
          </p:nvSpPr>
          <p:spPr>
            <a:xfrm>
              <a:off x="-13575" y="24220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F542F757-A761-3331-EC73-5BFFBB25462D}"/>
                </a:ext>
              </a:extLst>
            </p:cNvPr>
            <p:cNvSpPr/>
            <p:nvPr/>
          </p:nvSpPr>
          <p:spPr>
            <a:xfrm>
              <a:off x="6041625" y="24220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E9198B80-019A-74E0-EB00-DB22DB7A1A75}"/>
                </a:ext>
              </a:extLst>
            </p:cNvPr>
            <p:cNvSpPr/>
            <p:nvPr/>
          </p:nvSpPr>
          <p:spPr>
            <a:xfrm>
              <a:off x="9069225" y="24220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141DF660-5AD5-3E97-4714-DE681EE72ADC}"/>
                </a:ext>
              </a:extLst>
            </p:cNvPr>
            <p:cNvSpPr/>
            <p:nvPr/>
          </p:nvSpPr>
          <p:spPr>
            <a:xfrm>
              <a:off x="12096825" y="24220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D04086A7-33B3-89A7-12B6-F72D053B539F}"/>
                </a:ext>
              </a:extLst>
            </p:cNvPr>
            <p:cNvSpPr/>
            <p:nvPr/>
          </p:nvSpPr>
          <p:spPr>
            <a:xfrm>
              <a:off x="15124425" y="24220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38B261F5-ED81-EFE3-1EA2-9CC6CD2330CA}"/>
                </a:ext>
              </a:extLst>
            </p:cNvPr>
            <p:cNvSpPr/>
            <p:nvPr/>
          </p:nvSpPr>
          <p:spPr>
            <a:xfrm>
              <a:off x="18152025" y="24220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856DBBF4-0404-101F-E2F0-700B9E9E71AB}"/>
                </a:ext>
              </a:extLst>
            </p:cNvPr>
            <p:cNvSpPr/>
            <p:nvPr/>
          </p:nvSpPr>
          <p:spPr>
            <a:xfrm>
              <a:off x="21179625" y="24220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C7C5B6E5-E16B-9AD9-FA23-0CCA913BA624}"/>
                </a:ext>
              </a:extLst>
            </p:cNvPr>
            <p:cNvSpPr/>
            <p:nvPr/>
          </p:nvSpPr>
          <p:spPr>
            <a:xfrm>
              <a:off x="24207225" y="24220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AD18F691-1AB0-7EC6-A40A-6135C290A5A0}"/>
                </a:ext>
              </a:extLst>
            </p:cNvPr>
            <p:cNvSpPr/>
            <p:nvPr/>
          </p:nvSpPr>
          <p:spPr>
            <a:xfrm>
              <a:off x="27234825" y="242208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6" name="Group 535">
            <a:extLst>
              <a:ext uri="{FF2B5EF4-FFF2-40B4-BE49-F238E27FC236}">
                <a16:creationId xmlns:a16="http://schemas.microsoft.com/office/drawing/2014/main" id="{BDB4117C-B6BA-828C-B2E4-2C8AD6AEE883}"/>
              </a:ext>
            </a:extLst>
          </p:cNvPr>
          <p:cNvGrpSpPr/>
          <p:nvPr/>
        </p:nvGrpSpPr>
        <p:grpSpPr>
          <a:xfrm>
            <a:off x="-12438" y="21128121"/>
            <a:ext cx="30276000" cy="3027600"/>
            <a:chOff x="-13575" y="21193200"/>
            <a:chExt cx="30276000" cy="3027600"/>
          </a:xfrm>
        </p:grpSpPr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2DE7CE89-97F5-547C-EA2B-08A92BAFEA1C}"/>
                </a:ext>
              </a:extLst>
            </p:cNvPr>
            <p:cNvSpPr/>
            <p:nvPr/>
          </p:nvSpPr>
          <p:spPr>
            <a:xfrm>
              <a:off x="3014025" y="21193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87DC9A16-D32A-D160-1BC4-458879E58219}"/>
                </a:ext>
              </a:extLst>
            </p:cNvPr>
            <p:cNvSpPr/>
            <p:nvPr/>
          </p:nvSpPr>
          <p:spPr>
            <a:xfrm>
              <a:off x="-13575" y="21193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90F3F619-595C-221A-7234-BAA3BBD4FBFE}"/>
                </a:ext>
              </a:extLst>
            </p:cNvPr>
            <p:cNvSpPr/>
            <p:nvPr/>
          </p:nvSpPr>
          <p:spPr>
            <a:xfrm>
              <a:off x="6041625" y="21193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0DB70F39-07DE-120D-12E3-1D7D8E546D0F}"/>
                </a:ext>
              </a:extLst>
            </p:cNvPr>
            <p:cNvSpPr/>
            <p:nvPr/>
          </p:nvSpPr>
          <p:spPr>
            <a:xfrm>
              <a:off x="9069225" y="21193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65B45B8C-5985-5495-EAEA-534C088C1B9D}"/>
                </a:ext>
              </a:extLst>
            </p:cNvPr>
            <p:cNvSpPr/>
            <p:nvPr/>
          </p:nvSpPr>
          <p:spPr>
            <a:xfrm>
              <a:off x="12096825" y="21193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C1D40A50-8D61-88B3-B4DE-65CC98A13D40}"/>
                </a:ext>
              </a:extLst>
            </p:cNvPr>
            <p:cNvSpPr/>
            <p:nvPr/>
          </p:nvSpPr>
          <p:spPr>
            <a:xfrm>
              <a:off x="15124425" y="21193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E08E5E0B-1925-4AD5-BB22-7DF06B25C99E}"/>
                </a:ext>
              </a:extLst>
            </p:cNvPr>
            <p:cNvSpPr/>
            <p:nvPr/>
          </p:nvSpPr>
          <p:spPr>
            <a:xfrm>
              <a:off x="18152025" y="21193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AE43AEE3-0E6E-62F1-6847-5E465848364F}"/>
                </a:ext>
              </a:extLst>
            </p:cNvPr>
            <p:cNvSpPr/>
            <p:nvPr/>
          </p:nvSpPr>
          <p:spPr>
            <a:xfrm>
              <a:off x="21179625" y="21193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0DB6D5D3-16A9-68AE-1701-AAA51EEDA1C7}"/>
                </a:ext>
              </a:extLst>
            </p:cNvPr>
            <p:cNvSpPr/>
            <p:nvPr/>
          </p:nvSpPr>
          <p:spPr>
            <a:xfrm>
              <a:off x="24207225" y="21193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B4F8E974-F144-9CEE-BA0B-E9BDAA8FEB7D}"/>
                </a:ext>
              </a:extLst>
            </p:cNvPr>
            <p:cNvSpPr/>
            <p:nvPr/>
          </p:nvSpPr>
          <p:spPr>
            <a:xfrm>
              <a:off x="27234825" y="211932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DD7458C6-1362-0179-97B8-D5D77F66779C}"/>
              </a:ext>
            </a:extLst>
          </p:cNvPr>
          <p:cNvGrpSpPr/>
          <p:nvPr/>
        </p:nvGrpSpPr>
        <p:grpSpPr>
          <a:xfrm>
            <a:off x="-11301" y="27164727"/>
            <a:ext cx="30276000" cy="3027600"/>
            <a:chOff x="-13575" y="27248400"/>
            <a:chExt cx="30276000" cy="3027600"/>
          </a:xfrm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621719E4-26DC-F987-4425-50B52A9DB878}"/>
                </a:ext>
              </a:extLst>
            </p:cNvPr>
            <p:cNvSpPr/>
            <p:nvPr/>
          </p:nvSpPr>
          <p:spPr>
            <a:xfrm>
              <a:off x="3014025" y="27248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BACE9ADB-64D3-0CAC-736A-06EBAE890DA0}"/>
                </a:ext>
              </a:extLst>
            </p:cNvPr>
            <p:cNvSpPr/>
            <p:nvPr/>
          </p:nvSpPr>
          <p:spPr>
            <a:xfrm>
              <a:off x="-13575" y="27248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7C8D1B20-6CAB-3F5C-04FD-8F80A468EDCD}"/>
                </a:ext>
              </a:extLst>
            </p:cNvPr>
            <p:cNvSpPr/>
            <p:nvPr/>
          </p:nvSpPr>
          <p:spPr>
            <a:xfrm>
              <a:off x="6041625" y="27248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6AA6D530-35ED-54F4-0B62-7EF839EB8AFE}"/>
                </a:ext>
              </a:extLst>
            </p:cNvPr>
            <p:cNvSpPr/>
            <p:nvPr/>
          </p:nvSpPr>
          <p:spPr>
            <a:xfrm>
              <a:off x="9069225" y="27248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CAA8A84F-197B-FBE4-565D-0E43286FB91B}"/>
                </a:ext>
              </a:extLst>
            </p:cNvPr>
            <p:cNvSpPr/>
            <p:nvPr/>
          </p:nvSpPr>
          <p:spPr>
            <a:xfrm>
              <a:off x="12096825" y="27248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11D499EE-7AD5-07C8-69D9-1BF47FFBD68B}"/>
                </a:ext>
              </a:extLst>
            </p:cNvPr>
            <p:cNvSpPr/>
            <p:nvPr/>
          </p:nvSpPr>
          <p:spPr>
            <a:xfrm>
              <a:off x="15124425" y="27248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2A1AA967-ACFB-123C-8FB6-40F8003CCF47}"/>
                </a:ext>
              </a:extLst>
            </p:cNvPr>
            <p:cNvSpPr/>
            <p:nvPr/>
          </p:nvSpPr>
          <p:spPr>
            <a:xfrm>
              <a:off x="18152025" y="27248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981D92ED-C1FA-4A86-60C7-943651F401AC}"/>
                </a:ext>
              </a:extLst>
            </p:cNvPr>
            <p:cNvSpPr/>
            <p:nvPr/>
          </p:nvSpPr>
          <p:spPr>
            <a:xfrm>
              <a:off x="21179625" y="27248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5636B8FA-BA4E-661F-30D6-55267CF9B2C1}"/>
                </a:ext>
              </a:extLst>
            </p:cNvPr>
            <p:cNvSpPr/>
            <p:nvPr/>
          </p:nvSpPr>
          <p:spPr>
            <a:xfrm>
              <a:off x="24207225" y="27248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6C9345AE-040F-B252-5F0E-DFC6E6E91BC3}"/>
                </a:ext>
              </a:extLst>
            </p:cNvPr>
            <p:cNvSpPr/>
            <p:nvPr/>
          </p:nvSpPr>
          <p:spPr>
            <a:xfrm>
              <a:off x="27234825" y="272484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3CDD9C29-F998-50C3-1DA3-458CD847F43B}"/>
              </a:ext>
            </a:extLst>
          </p:cNvPr>
          <p:cNvGrpSpPr/>
          <p:nvPr/>
        </p:nvGrpSpPr>
        <p:grpSpPr>
          <a:xfrm>
            <a:off x="-10164" y="30183030"/>
            <a:ext cx="30276000" cy="3027600"/>
            <a:chOff x="-13575" y="30276000"/>
            <a:chExt cx="30276000" cy="3027600"/>
          </a:xfrm>
        </p:grpSpPr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A820A879-0C0D-AC32-822A-F6B6A79FC353}"/>
                </a:ext>
              </a:extLst>
            </p:cNvPr>
            <p:cNvSpPr/>
            <p:nvPr/>
          </p:nvSpPr>
          <p:spPr>
            <a:xfrm>
              <a:off x="3014025" y="30276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053EE454-4D24-35D3-0F4A-0E6FD861B32B}"/>
                </a:ext>
              </a:extLst>
            </p:cNvPr>
            <p:cNvSpPr/>
            <p:nvPr/>
          </p:nvSpPr>
          <p:spPr>
            <a:xfrm>
              <a:off x="-13575" y="30276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DA3E29DA-0ACE-B58F-1AB5-B0FB4AC28416}"/>
                </a:ext>
              </a:extLst>
            </p:cNvPr>
            <p:cNvSpPr/>
            <p:nvPr/>
          </p:nvSpPr>
          <p:spPr>
            <a:xfrm>
              <a:off x="6041625" y="30276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FE4D860A-AAB9-03E8-974D-07C115F56C8E}"/>
                </a:ext>
              </a:extLst>
            </p:cNvPr>
            <p:cNvSpPr/>
            <p:nvPr/>
          </p:nvSpPr>
          <p:spPr>
            <a:xfrm>
              <a:off x="9069225" y="30276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45C12AA2-29C8-EBE0-3AB9-8BED3E5589E0}"/>
                </a:ext>
              </a:extLst>
            </p:cNvPr>
            <p:cNvSpPr/>
            <p:nvPr/>
          </p:nvSpPr>
          <p:spPr>
            <a:xfrm>
              <a:off x="12096825" y="30276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F6EE9FC5-6C88-8428-F7C0-914CD89E5956}"/>
                </a:ext>
              </a:extLst>
            </p:cNvPr>
            <p:cNvSpPr/>
            <p:nvPr/>
          </p:nvSpPr>
          <p:spPr>
            <a:xfrm>
              <a:off x="15124425" y="30276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C1556B2E-5356-996E-CBDB-8D7655B87D98}"/>
                </a:ext>
              </a:extLst>
            </p:cNvPr>
            <p:cNvSpPr/>
            <p:nvPr/>
          </p:nvSpPr>
          <p:spPr>
            <a:xfrm>
              <a:off x="18152025" y="30276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9EDDF2AD-E621-4D10-448A-61372AF5A930}"/>
                </a:ext>
              </a:extLst>
            </p:cNvPr>
            <p:cNvSpPr/>
            <p:nvPr/>
          </p:nvSpPr>
          <p:spPr>
            <a:xfrm>
              <a:off x="21179625" y="30276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A51B56B5-645D-969C-3F5B-84E3A6FFA312}"/>
                </a:ext>
              </a:extLst>
            </p:cNvPr>
            <p:cNvSpPr/>
            <p:nvPr/>
          </p:nvSpPr>
          <p:spPr>
            <a:xfrm>
              <a:off x="24207225" y="30276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313B9120-064B-1381-2542-3CE84880AEA8}"/>
                </a:ext>
              </a:extLst>
            </p:cNvPr>
            <p:cNvSpPr/>
            <p:nvPr/>
          </p:nvSpPr>
          <p:spPr>
            <a:xfrm>
              <a:off x="27234825" y="302760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E894EC67-79EE-0508-C1E6-C2AB1C92594B}"/>
              </a:ext>
            </a:extLst>
          </p:cNvPr>
          <p:cNvGrpSpPr/>
          <p:nvPr/>
        </p:nvGrpSpPr>
        <p:grpSpPr>
          <a:xfrm>
            <a:off x="-9027" y="33201333"/>
            <a:ext cx="30276000" cy="3027600"/>
            <a:chOff x="-13575" y="33303600"/>
            <a:chExt cx="30276000" cy="3027600"/>
          </a:xfrm>
        </p:grpSpPr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C501D143-D8A1-0E8A-072F-835F61370817}"/>
                </a:ext>
              </a:extLst>
            </p:cNvPr>
            <p:cNvSpPr/>
            <p:nvPr/>
          </p:nvSpPr>
          <p:spPr>
            <a:xfrm>
              <a:off x="3014025" y="33303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43DF3D9F-4633-075B-F675-108A8F39574D}"/>
                </a:ext>
              </a:extLst>
            </p:cNvPr>
            <p:cNvSpPr/>
            <p:nvPr/>
          </p:nvSpPr>
          <p:spPr>
            <a:xfrm>
              <a:off x="-13575" y="33303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8BE6CCF7-5A6A-3629-FB54-F2FE7B8C41B6}"/>
                </a:ext>
              </a:extLst>
            </p:cNvPr>
            <p:cNvSpPr/>
            <p:nvPr/>
          </p:nvSpPr>
          <p:spPr>
            <a:xfrm>
              <a:off x="6041625" y="33303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D1F566F6-9848-6696-95EE-89AF0920FB14}"/>
                </a:ext>
              </a:extLst>
            </p:cNvPr>
            <p:cNvSpPr/>
            <p:nvPr/>
          </p:nvSpPr>
          <p:spPr>
            <a:xfrm>
              <a:off x="9069225" y="33303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076D0B3A-0E33-7C8B-7D51-6E3DC2DA1445}"/>
                </a:ext>
              </a:extLst>
            </p:cNvPr>
            <p:cNvSpPr/>
            <p:nvPr/>
          </p:nvSpPr>
          <p:spPr>
            <a:xfrm>
              <a:off x="12096825" y="33303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1FD4B0D6-A7FA-EF9D-407A-8D45779C8387}"/>
                </a:ext>
              </a:extLst>
            </p:cNvPr>
            <p:cNvSpPr/>
            <p:nvPr/>
          </p:nvSpPr>
          <p:spPr>
            <a:xfrm>
              <a:off x="15124425" y="33303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467A1CD7-3A8B-AADC-7C14-CD59C288743E}"/>
                </a:ext>
              </a:extLst>
            </p:cNvPr>
            <p:cNvSpPr/>
            <p:nvPr/>
          </p:nvSpPr>
          <p:spPr>
            <a:xfrm>
              <a:off x="18152025" y="33303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05CD5FA6-CF8F-CB0F-2E2B-14B0D678F7A1}"/>
                </a:ext>
              </a:extLst>
            </p:cNvPr>
            <p:cNvSpPr/>
            <p:nvPr/>
          </p:nvSpPr>
          <p:spPr>
            <a:xfrm>
              <a:off x="21179625" y="33303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C9989B4D-76D9-839F-CFDD-A2E2451226FB}"/>
                </a:ext>
              </a:extLst>
            </p:cNvPr>
            <p:cNvSpPr/>
            <p:nvPr/>
          </p:nvSpPr>
          <p:spPr>
            <a:xfrm>
              <a:off x="24207225" y="33303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399643FD-225E-A012-00DE-6CA2E79E0177}"/>
                </a:ext>
              </a:extLst>
            </p:cNvPr>
            <p:cNvSpPr/>
            <p:nvPr/>
          </p:nvSpPr>
          <p:spPr>
            <a:xfrm>
              <a:off x="27234825" y="33303600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E15B14C2-E3D6-1B61-6C04-FD3617C41A53}"/>
              </a:ext>
            </a:extLst>
          </p:cNvPr>
          <p:cNvGrpSpPr/>
          <p:nvPr/>
        </p:nvGrpSpPr>
        <p:grpSpPr>
          <a:xfrm>
            <a:off x="-7890" y="36219636"/>
            <a:ext cx="30276000" cy="3027600"/>
            <a:chOff x="-13575" y="36270771"/>
            <a:chExt cx="30276000" cy="302760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7E657190-5368-3F6E-2E60-F32B7BC2FADD}"/>
                </a:ext>
              </a:extLst>
            </p:cNvPr>
            <p:cNvSpPr/>
            <p:nvPr/>
          </p:nvSpPr>
          <p:spPr>
            <a:xfrm>
              <a:off x="3014025" y="36270771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0268AFE2-2B53-8851-D678-FE8A86DA8605}"/>
                </a:ext>
              </a:extLst>
            </p:cNvPr>
            <p:cNvSpPr/>
            <p:nvPr/>
          </p:nvSpPr>
          <p:spPr>
            <a:xfrm>
              <a:off x="-13575" y="36270771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554439E0-8AEA-9AB6-BB31-B9CDAAD1D51D}"/>
                </a:ext>
              </a:extLst>
            </p:cNvPr>
            <p:cNvSpPr/>
            <p:nvPr/>
          </p:nvSpPr>
          <p:spPr>
            <a:xfrm>
              <a:off x="6041625" y="36270771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B67418E8-9A18-9FFE-D3F5-988CE52E4A65}"/>
                </a:ext>
              </a:extLst>
            </p:cNvPr>
            <p:cNvSpPr/>
            <p:nvPr/>
          </p:nvSpPr>
          <p:spPr>
            <a:xfrm>
              <a:off x="9069225" y="36270771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A38E833C-DFAF-D14D-1CF5-497DB6CBC57E}"/>
                </a:ext>
              </a:extLst>
            </p:cNvPr>
            <p:cNvSpPr/>
            <p:nvPr/>
          </p:nvSpPr>
          <p:spPr>
            <a:xfrm>
              <a:off x="12096825" y="36270771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98271248-F72C-22D0-2741-C7341774309A}"/>
                </a:ext>
              </a:extLst>
            </p:cNvPr>
            <p:cNvSpPr/>
            <p:nvPr/>
          </p:nvSpPr>
          <p:spPr>
            <a:xfrm>
              <a:off x="15124425" y="36270771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49463941-45CC-A8EC-8865-BD63315BE20F}"/>
                </a:ext>
              </a:extLst>
            </p:cNvPr>
            <p:cNvSpPr/>
            <p:nvPr/>
          </p:nvSpPr>
          <p:spPr>
            <a:xfrm>
              <a:off x="18152025" y="36270771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449D18E3-BB18-2F35-CD4A-D0E7CDFC45FE}"/>
                </a:ext>
              </a:extLst>
            </p:cNvPr>
            <p:cNvSpPr/>
            <p:nvPr/>
          </p:nvSpPr>
          <p:spPr>
            <a:xfrm>
              <a:off x="21179625" y="36270771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91E61CEE-68C2-AF9D-23FC-C242305844AB}"/>
                </a:ext>
              </a:extLst>
            </p:cNvPr>
            <p:cNvSpPr/>
            <p:nvPr/>
          </p:nvSpPr>
          <p:spPr>
            <a:xfrm>
              <a:off x="24207225" y="36270771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8E69FA9C-DB65-4AF7-0DD3-170337F27F74}"/>
                </a:ext>
              </a:extLst>
            </p:cNvPr>
            <p:cNvSpPr/>
            <p:nvPr/>
          </p:nvSpPr>
          <p:spPr>
            <a:xfrm>
              <a:off x="27234825" y="36270771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A0B94C10-7D74-04E8-E69B-73DB81094A0B}"/>
              </a:ext>
            </a:extLst>
          </p:cNvPr>
          <p:cNvGrpSpPr/>
          <p:nvPr/>
        </p:nvGrpSpPr>
        <p:grpSpPr>
          <a:xfrm>
            <a:off x="-6753" y="39237942"/>
            <a:ext cx="30276000" cy="3027600"/>
            <a:chOff x="-13575" y="39237942"/>
            <a:chExt cx="30276000" cy="302760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672EAC1D-A0F6-B34A-B1D6-C7E6208B7F26}"/>
                </a:ext>
              </a:extLst>
            </p:cNvPr>
            <p:cNvSpPr/>
            <p:nvPr/>
          </p:nvSpPr>
          <p:spPr>
            <a:xfrm>
              <a:off x="3014025" y="39237942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7122975E-E079-5038-20EF-A287EC594C98}"/>
                </a:ext>
              </a:extLst>
            </p:cNvPr>
            <p:cNvSpPr/>
            <p:nvPr/>
          </p:nvSpPr>
          <p:spPr>
            <a:xfrm>
              <a:off x="-13575" y="39237942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ADD9E718-C78F-FAB8-7AD7-690759D6FE95}"/>
                </a:ext>
              </a:extLst>
            </p:cNvPr>
            <p:cNvSpPr/>
            <p:nvPr/>
          </p:nvSpPr>
          <p:spPr>
            <a:xfrm>
              <a:off x="6041625" y="39237942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008F601D-64FE-1688-EC45-3193E09FE8B6}"/>
                </a:ext>
              </a:extLst>
            </p:cNvPr>
            <p:cNvSpPr/>
            <p:nvPr/>
          </p:nvSpPr>
          <p:spPr>
            <a:xfrm>
              <a:off x="9069225" y="39237942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266CA679-B62A-2258-88ED-AD2AB911B10F}"/>
                </a:ext>
              </a:extLst>
            </p:cNvPr>
            <p:cNvSpPr/>
            <p:nvPr/>
          </p:nvSpPr>
          <p:spPr>
            <a:xfrm>
              <a:off x="12096825" y="39237942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7B5C62E3-2CFB-E38F-C74F-E0E73EF04776}"/>
                </a:ext>
              </a:extLst>
            </p:cNvPr>
            <p:cNvSpPr/>
            <p:nvPr/>
          </p:nvSpPr>
          <p:spPr>
            <a:xfrm>
              <a:off x="15124425" y="39237942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AAC3F810-1D72-4B4D-86D4-489D44A90D63}"/>
                </a:ext>
              </a:extLst>
            </p:cNvPr>
            <p:cNvSpPr/>
            <p:nvPr/>
          </p:nvSpPr>
          <p:spPr>
            <a:xfrm>
              <a:off x="18152025" y="39237942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B011239C-1E4D-05A4-D0CE-204437FFFFB9}"/>
                </a:ext>
              </a:extLst>
            </p:cNvPr>
            <p:cNvSpPr/>
            <p:nvPr/>
          </p:nvSpPr>
          <p:spPr>
            <a:xfrm>
              <a:off x="21179625" y="39237942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C7388A88-E66D-C497-B469-3425D96E417D}"/>
                </a:ext>
              </a:extLst>
            </p:cNvPr>
            <p:cNvSpPr/>
            <p:nvPr/>
          </p:nvSpPr>
          <p:spPr>
            <a:xfrm>
              <a:off x="24207225" y="39237942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179C6291-8271-59C3-422C-63CF83FB6917}"/>
                </a:ext>
              </a:extLst>
            </p:cNvPr>
            <p:cNvSpPr/>
            <p:nvPr/>
          </p:nvSpPr>
          <p:spPr>
            <a:xfrm>
              <a:off x="27234825" y="39237942"/>
              <a:ext cx="3027600" cy="3027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8258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Gajula</dc:creator>
  <cp:lastModifiedBy>Rahul Gajula</cp:lastModifiedBy>
  <cp:revision>2</cp:revision>
  <dcterms:created xsi:type="dcterms:W3CDTF">2024-05-13T09:04:43Z</dcterms:created>
  <dcterms:modified xsi:type="dcterms:W3CDTF">2024-05-13T09:24:06Z</dcterms:modified>
</cp:coreProperties>
</file>