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53" r:id="rId2"/>
  </p:sldMasterIdLst>
  <p:notesMasterIdLst>
    <p:notesMasterId r:id="rId4"/>
  </p:notesMasterIdLst>
  <p:handoutMasterIdLst>
    <p:handoutMasterId r:id="rId5"/>
  </p:handoutMasterIdLst>
  <p:sldIdLst>
    <p:sldId id="256" r:id="rId3"/>
  </p:sldIdLst>
  <p:sldSz cx="30275213" cy="42803763"/>
  <p:notesSz cx="6858000" cy="9144000"/>
  <p:defaultTextStyle>
    <a:defPPr>
      <a:defRPr lang="en-US"/>
    </a:defPPr>
    <a:lvl1pPr marL="0" algn="l" defTabSz="4298410" rtl="0" eaLnBrk="1" latinLnBrk="0" hangingPunct="1">
      <a:defRPr sz="8500" kern="1200">
        <a:solidFill>
          <a:schemeClr val="tx1"/>
        </a:solidFill>
        <a:latin typeface="+mn-lt"/>
        <a:ea typeface="+mn-ea"/>
        <a:cs typeface="+mn-cs"/>
      </a:defRPr>
    </a:lvl1pPr>
    <a:lvl2pPr marL="2149205" algn="l" defTabSz="4298410" rtl="0" eaLnBrk="1" latinLnBrk="0" hangingPunct="1">
      <a:defRPr sz="8500" kern="1200">
        <a:solidFill>
          <a:schemeClr val="tx1"/>
        </a:solidFill>
        <a:latin typeface="+mn-lt"/>
        <a:ea typeface="+mn-ea"/>
        <a:cs typeface="+mn-cs"/>
      </a:defRPr>
    </a:lvl2pPr>
    <a:lvl3pPr marL="4298410" algn="l" defTabSz="4298410" rtl="0" eaLnBrk="1" latinLnBrk="0" hangingPunct="1">
      <a:defRPr sz="8500" kern="1200">
        <a:solidFill>
          <a:schemeClr val="tx1"/>
        </a:solidFill>
        <a:latin typeface="+mn-lt"/>
        <a:ea typeface="+mn-ea"/>
        <a:cs typeface="+mn-cs"/>
      </a:defRPr>
    </a:lvl3pPr>
    <a:lvl4pPr marL="6447613" algn="l" defTabSz="4298410" rtl="0" eaLnBrk="1" latinLnBrk="0" hangingPunct="1">
      <a:defRPr sz="8500" kern="1200">
        <a:solidFill>
          <a:schemeClr val="tx1"/>
        </a:solidFill>
        <a:latin typeface="+mn-lt"/>
        <a:ea typeface="+mn-ea"/>
        <a:cs typeface="+mn-cs"/>
      </a:defRPr>
    </a:lvl4pPr>
    <a:lvl5pPr marL="8596817" algn="l" defTabSz="4298410" rtl="0" eaLnBrk="1" latinLnBrk="0" hangingPunct="1">
      <a:defRPr sz="8500" kern="1200">
        <a:solidFill>
          <a:schemeClr val="tx1"/>
        </a:solidFill>
        <a:latin typeface="+mn-lt"/>
        <a:ea typeface="+mn-ea"/>
        <a:cs typeface="+mn-cs"/>
      </a:defRPr>
    </a:lvl5pPr>
    <a:lvl6pPr marL="10746023" algn="l" defTabSz="4298410" rtl="0" eaLnBrk="1" latinLnBrk="0" hangingPunct="1">
      <a:defRPr sz="8500" kern="1200">
        <a:solidFill>
          <a:schemeClr val="tx1"/>
        </a:solidFill>
        <a:latin typeface="+mn-lt"/>
        <a:ea typeface="+mn-ea"/>
        <a:cs typeface="+mn-cs"/>
      </a:defRPr>
    </a:lvl6pPr>
    <a:lvl7pPr marL="12895229" algn="l" defTabSz="4298410" rtl="0" eaLnBrk="1" latinLnBrk="0" hangingPunct="1">
      <a:defRPr sz="8500" kern="1200">
        <a:solidFill>
          <a:schemeClr val="tx1"/>
        </a:solidFill>
        <a:latin typeface="+mn-lt"/>
        <a:ea typeface="+mn-ea"/>
        <a:cs typeface="+mn-cs"/>
      </a:defRPr>
    </a:lvl7pPr>
    <a:lvl8pPr marL="15044432" algn="l" defTabSz="4298410" rtl="0" eaLnBrk="1" latinLnBrk="0" hangingPunct="1">
      <a:defRPr sz="8500" kern="1200">
        <a:solidFill>
          <a:schemeClr val="tx1"/>
        </a:solidFill>
        <a:latin typeface="+mn-lt"/>
        <a:ea typeface="+mn-ea"/>
        <a:cs typeface="+mn-cs"/>
      </a:defRPr>
    </a:lvl8pPr>
    <a:lvl9pPr marL="17193637" algn="l" defTabSz="4298410" rtl="0" eaLnBrk="1" latinLnBrk="0" hangingPunct="1">
      <a:defRPr sz="85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316">
          <p15:clr>
            <a:srgbClr val="A4A3A4"/>
          </p15:clr>
        </p15:guide>
        <p15:guide id="2" orient="horz" pos="375">
          <p15:clr>
            <a:srgbClr val="A4A3A4"/>
          </p15:clr>
        </p15:guide>
        <p15:guide id="3" orient="horz" pos="26214">
          <p15:clr>
            <a:srgbClr val="A4A3A4"/>
          </p15:clr>
        </p15:guide>
        <p15:guide id="4" orient="horz">
          <p15:clr>
            <a:srgbClr val="A4A3A4"/>
          </p15:clr>
        </p15:guide>
        <p15:guide id="5" pos="401">
          <p15:clr>
            <a:srgbClr val="A4A3A4"/>
          </p15:clr>
        </p15:guide>
        <p15:guide id="6" pos="18672">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KOTOULAS" initials="AK" lastIdx="2" clrIdx="0"/>
  <p:cmAuthor id="1" name="A.KOTOULAS" initials="HELP" lastIdx="1" clrIdx="1"/>
  <p:cmAuthor id="2" name="A.KOTOULAS" initials="HELP - " lastIdx="1" clrIdx="2"/>
  <p:cmAuthor id="3" name="PosterPresentations.com - 510.649.3001" initials="HELP - "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F5FA"/>
    <a:srgbClr val="CDD2DE"/>
    <a:srgbClr val="E3E9E5"/>
    <a:srgbClr val="EAEAE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658" autoAdjust="0"/>
    <p:restoredTop sz="94694" autoAdjust="0"/>
  </p:normalViewPr>
  <p:slideViewPr>
    <p:cSldViewPr snapToGrid="0" snapToObjects="1" showGuides="1">
      <p:cViewPr>
        <p:scale>
          <a:sx n="25" d="100"/>
          <a:sy n="25" d="100"/>
        </p:scale>
        <p:origin x="884" y="-996"/>
      </p:cViewPr>
      <p:guideLst>
        <p:guide orient="horz" pos="4316"/>
        <p:guide orient="horz" pos="375"/>
        <p:guide orient="horz" pos="26214"/>
        <p:guide orient="horz"/>
        <p:guide pos="401"/>
        <p:guide pos="1867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showGuides="1">
      <p:cViewPr varScale="1">
        <p:scale>
          <a:sx n="74" d="100"/>
          <a:sy n="74" d="100"/>
        </p:scale>
        <p:origin x="2166" y="6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commentAuthors" Target="commentAuthors.xml"/><Relationship Id="rId5" Type="http://schemas.openxmlformats.org/officeDocument/2006/relationships/handoutMaster" Target="handoutMasters/handoutMaster1.xml"/><Relationship Id="rId10" Type="http://schemas.openxmlformats.org/officeDocument/2006/relationships/tableStyles" Target="tableStyles.xml"/><Relationship Id="rId4" Type="http://schemas.openxmlformats.org/officeDocument/2006/relationships/notesMaster" Target="notesMasters/notesMaster1.xml"/><Relationship Id="rId9"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158C5BC-9A70-462C-B28D-9600239EAC64}" type="datetimeFigureOut">
              <a:rPr lang="en-US" smtClean="0"/>
              <a:pPr/>
              <a:t>6/5/2024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C131B7-05CA-4AEE-9267-6D0ED4DC84F3}" type="slidenum">
              <a:rPr lang="en-US" smtClean="0"/>
              <a:pPr/>
              <a:t>‹#›</a:t>
            </a:fld>
            <a:endParaRPr lang="en-US"/>
          </a:p>
        </p:txBody>
      </p:sp>
    </p:spTree>
    <p:extLst>
      <p:ext uri="{BB962C8B-B14F-4D97-AF65-F5344CB8AC3E}">
        <p14:creationId xmlns:p14="http://schemas.microsoft.com/office/powerpoint/2010/main" val="263911355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CC2317-6751-4CD4-9995-8782DD78E936}" type="datetimeFigureOut">
              <a:rPr lang="en-US" smtClean="0"/>
              <a:pPr/>
              <a:t>6/5/2024</a:t>
            </a:fld>
            <a:endParaRPr lang="en-US" dirty="0"/>
          </a:p>
        </p:txBody>
      </p:sp>
      <p:sp>
        <p:nvSpPr>
          <p:cNvPr id="4" name="Slide Image Placeholder 3"/>
          <p:cNvSpPr>
            <a:spLocks noGrp="1" noRot="1" noChangeAspect="1"/>
          </p:cNvSpPr>
          <p:nvPr>
            <p:ph type="sldImg" idx="2"/>
          </p:nvPr>
        </p:nvSpPr>
        <p:spPr>
          <a:xfrm>
            <a:off x="2216150" y="685800"/>
            <a:ext cx="24257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6A1A87D-CAF7-4BDC-A0D3-C0DBEDE81619}" type="slidenum">
              <a:rPr lang="en-US" smtClean="0"/>
              <a:pPr/>
              <a:t>‹#›</a:t>
            </a:fld>
            <a:endParaRPr lang="en-US" dirty="0"/>
          </a:p>
        </p:txBody>
      </p:sp>
    </p:spTree>
    <p:extLst>
      <p:ext uri="{BB962C8B-B14F-4D97-AF65-F5344CB8AC3E}">
        <p14:creationId xmlns:p14="http://schemas.microsoft.com/office/powerpoint/2010/main" val="3109100856"/>
      </p:ext>
    </p:extLst>
  </p:cSld>
  <p:clrMap bg1="lt1" tx1="dk1" bg2="lt2" tx2="dk2" accent1="accent1" accent2="accent2" accent3="accent3" accent4="accent4" accent5="accent5" accent6="accent6" hlink="hlink" folHlink="folHlink"/>
  <p:notesStyle>
    <a:lvl1pPr marL="0" algn="l" defTabSz="4298410" rtl="0" eaLnBrk="1" latinLnBrk="0" hangingPunct="1">
      <a:defRPr sz="5800" kern="1200">
        <a:solidFill>
          <a:schemeClr val="tx1"/>
        </a:solidFill>
        <a:latin typeface="+mn-lt"/>
        <a:ea typeface="+mn-ea"/>
        <a:cs typeface="+mn-cs"/>
      </a:defRPr>
    </a:lvl1pPr>
    <a:lvl2pPr marL="2149205" algn="l" defTabSz="4298410" rtl="0" eaLnBrk="1" latinLnBrk="0" hangingPunct="1">
      <a:defRPr sz="5800" kern="1200">
        <a:solidFill>
          <a:schemeClr val="tx1"/>
        </a:solidFill>
        <a:latin typeface="+mn-lt"/>
        <a:ea typeface="+mn-ea"/>
        <a:cs typeface="+mn-cs"/>
      </a:defRPr>
    </a:lvl2pPr>
    <a:lvl3pPr marL="4298410" algn="l" defTabSz="4298410" rtl="0" eaLnBrk="1" latinLnBrk="0" hangingPunct="1">
      <a:defRPr sz="5800" kern="1200">
        <a:solidFill>
          <a:schemeClr val="tx1"/>
        </a:solidFill>
        <a:latin typeface="+mn-lt"/>
        <a:ea typeface="+mn-ea"/>
        <a:cs typeface="+mn-cs"/>
      </a:defRPr>
    </a:lvl3pPr>
    <a:lvl4pPr marL="6447613" algn="l" defTabSz="4298410" rtl="0" eaLnBrk="1" latinLnBrk="0" hangingPunct="1">
      <a:defRPr sz="5800" kern="1200">
        <a:solidFill>
          <a:schemeClr val="tx1"/>
        </a:solidFill>
        <a:latin typeface="+mn-lt"/>
        <a:ea typeface="+mn-ea"/>
        <a:cs typeface="+mn-cs"/>
      </a:defRPr>
    </a:lvl4pPr>
    <a:lvl5pPr marL="8596817" algn="l" defTabSz="4298410" rtl="0" eaLnBrk="1" latinLnBrk="0" hangingPunct="1">
      <a:defRPr sz="5800" kern="1200">
        <a:solidFill>
          <a:schemeClr val="tx1"/>
        </a:solidFill>
        <a:latin typeface="+mn-lt"/>
        <a:ea typeface="+mn-ea"/>
        <a:cs typeface="+mn-cs"/>
      </a:defRPr>
    </a:lvl5pPr>
    <a:lvl6pPr marL="10746023" algn="l" defTabSz="4298410" rtl="0" eaLnBrk="1" latinLnBrk="0" hangingPunct="1">
      <a:defRPr sz="5800" kern="1200">
        <a:solidFill>
          <a:schemeClr val="tx1"/>
        </a:solidFill>
        <a:latin typeface="+mn-lt"/>
        <a:ea typeface="+mn-ea"/>
        <a:cs typeface="+mn-cs"/>
      </a:defRPr>
    </a:lvl6pPr>
    <a:lvl7pPr marL="12895229" algn="l" defTabSz="4298410" rtl="0" eaLnBrk="1" latinLnBrk="0" hangingPunct="1">
      <a:defRPr sz="5800" kern="1200">
        <a:solidFill>
          <a:schemeClr val="tx1"/>
        </a:solidFill>
        <a:latin typeface="+mn-lt"/>
        <a:ea typeface="+mn-ea"/>
        <a:cs typeface="+mn-cs"/>
      </a:defRPr>
    </a:lvl7pPr>
    <a:lvl8pPr marL="15044432" algn="l" defTabSz="4298410" rtl="0" eaLnBrk="1" latinLnBrk="0" hangingPunct="1">
      <a:defRPr sz="5800" kern="1200">
        <a:solidFill>
          <a:schemeClr val="tx1"/>
        </a:solidFill>
        <a:latin typeface="+mn-lt"/>
        <a:ea typeface="+mn-ea"/>
        <a:cs typeface="+mn-cs"/>
      </a:defRPr>
    </a:lvl8pPr>
    <a:lvl9pPr marL="17193637" algn="l" defTabSz="4298410" rtl="0" eaLnBrk="1" latinLnBrk="0" hangingPunct="1">
      <a:defRPr sz="58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6A1A87D-CAF7-4BDC-A0D3-C0DBEDE81619}" type="slidenum">
              <a:rPr lang="en-US" smtClean="0"/>
              <a:pPr/>
              <a:t>1</a:t>
            </a:fld>
            <a:endParaRPr lang="en-US" dirty="0"/>
          </a:p>
        </p:txBody>
      </p:sp>
    </p:spTree>
    <p:extLst>
      <p:ext uri="{BB962C8B-B14F-4D97-AF65-F5344CB8AC3E}">
        <p14:creationId xmlns:p14="http://schemas.microsoft.com/office/powerpoint/2010/main" val="8076602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Standard 4 columns">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623691" y="7585962"/>
            <a:ext cx="14299153" cy="897605"/>
          </a:xfrm>
          <a:prstGeom prst="rect">
            <a:avLst/>
          </a:prstGeom>
        </p:spPr>
        <p:txBody>
          <a:bodyPr wrap="square" lIns="223877" tIns="223877" rIns="223877" bIns="223877">
            <a:spAutoFit/>
          </a:bodyPr>
          <a:lstStyle>
            <a:lvl1pPr marL="0" indent="0">
              <a:buNone/>
              <a:defRPr sz="2800">
                <a:solidFill>
                  <a:schemeClr val="accent5">
                    <a:lumMod val="50000"/>
                  </a:schemeClr>
                </a:solidFill>
                <a:latin typeface="Times New Roman" panose="02020603050405020304" pitchFamily="18" charset="0"/>
                <a:cs typeface="Times New Roman" panose="02020603050405020304" pitchFamily="18" charset="0"/>
              </a:defRPr>
            </a:lvl1pPr>
            <a:lvl2pPr marL="1455191" indent="-559688">
              <a:defRPr sz="2500">
                <a:latin typeface="Trebuchet MS" pitchFamily="34" charset="0"/>
              </a:defRPr>
            </a:lvl2pPr>
            <a:lvl3pPr marL="2014879" indent="-559688">
              <a:defRPr sz="2500">
                <a:latin typeface="Trebuchet MS" pitchFamily="34" charset="0"/>
              </a:defRPr>
            </a:lvl3pPr>
            <a:lvl4pPr marL="2630537" indent="-615658">
              <a:defRPr sz="2500">
                <a:latin typeface="Trebuchet MS" pitchFamily="34" charset="0"/>
              </a:defRPr>
            </a:lvl4pPr>
            <a:lvl5pPr marL="3078288" indent="-447751">
              <a:defRPr sz="25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636213" y="6847036"/>
            <a:ext cx="14287866" cy="800265"/>
          </a:xfrm>
          <a:prstGeom prst="rect">
            <a:avLst/>
          </a:prstGeom>
          <a:noFill/>
        </p:spPr>
        <p:txBody>
          <a:bodyPr wrap="square" lIns="89551" tIns="89551" rIns="89551" bIns="89551" anchor="ctr" anchorCtr="0">
            <a:spAutoFit/>
          </a:bodyPr>
          <a:lstStyle>
            <a:lvl1pPr marL="0" indent="0" algn="ctr">
              <a:buNone/>
              <a:defRPr sz="3900" b="1" u="sng" baseline="0">
                <a:solidFill>
                  <a:schemeClr val="accent5">
                    <a:lumMod val="50000"/>
                  </a:schemeClr>
                </a:solidFill>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623691" y="18777895"/>
            <a:ext cx="14291358" cy="800265"/>
          </a:xfrm>
          <a:prstGeom prst="rect">
            <a:avLst/>
          </a:prstGeom>
          <a:noFill/>
        </p:spPr>
        <p:txBody>
          <a:bodyPr wrap="square" lIns="89551" tIns="89551" rIns="89551" bIns="89551" anchor="ctr" anchorCtr="0">
            <a:spAutoFit/>
          </a:bodyPr>
          <a:lstStyle>
            <a:lvl1pPr marL="0" indent="0" algn="ctr">
              <a:buNone/>
              <a:defRPr sz="3900" b="1" u="sng" baseline="0">
                <a:solidFill>
                  <a:schemeClr val="accent5">
                    <a:lumMod val="50000"/>
                  </a:schemeClr>
                </a:solidFill>
              </a:defRPr>
            </a:lvl1pPr>
          </a:lstStyle>
          <a:p>
            <a:pPr lvl="0"/>
            <a:r>
              <a:rPr lang="en-US" dirty="0"/>
              <a:t>(click to edit)  OBJECTIVES</a:t>
            </a:r>
          </a:p>
        </p:txBody>
      </p:sp>
      <p:sp>
        <p:nvSpPr>
          <p:cNvPr id="25" name="Text Placeholder 5"/>
          <p:cNvSpPr>
            <a:spLocks noGrp="1"/>
          </p:cNvSpPr>
          <p:nvPr>
            <p:ph type="body" sz="quarter" idx="25" hasCustomPrompt="1"/>
          </p:nvPr>
        </p:nvSpPr>
        <p:spPr>
          <a:xfrm>
            <a:off x="15353328" y="6847036"/>
            <a:ext cx="14287682" cy="800265"/>
          </a:xfrm>
          <a:prstGeom prst="rect">
            <a:avLst/>
          </a:prstGeom>
          <a:noFill/>
        </p:spPr>
        <p:txBody>
          <a:bodyPr wrap="square" lIns="89551" tIns="89551" rIns="89551" bIns="89551" anchor="ctr" anchorCtr="0">
            <a:spAutoFit/>
          </a:bodyPr>
          <a:lstStyle>
            <a:lvl1pPr marL="0" indent="0" algn="ctr">
              <a:buNone/>
              <a:defRPr sz="3900" b="1" u="sng" baseline="0">
                <a:solidFill>
                  <a:schemeClr val="accent5">
                    <a:lumMod val="50000"/>
                  </a:schemeClr>
                </a:solidFill>
              </a:defRPr>
            </a:lvl1pPr>
          </a:lstStyle>
          <a:p>
            <a:pPr lvl="0"/>
            <a:r>
              <a:rPr lang="en-US" dirty="0"/>
              <a:t>(click to edit)  CONCLUSIONS</a:t>
            </a:r>
          </a:p>
        </p:txBody>
      </p:sp>
      <p:sp>
        <p:nvSpPr>
          <p:cNvPr id="26" name="Text Placeholder 3"/>
          <p:cNvSpPr>
            <a:spLocks noGrp="1"/>
          </p:cNvSpPr>
          <p:nvPr>
            <p:ph type="body" sz="quarter" idx="26" hasCustomPrompt="1"/>
          </p:nvPr>
        </p:nvSpPr>
        <p:spPr>
          <a:xfrm>
            <a:off x="15353328" y="7585962"/>
            <a:ext cx="14287682" cy="897605"/>
          </a:xfrm>
          <a:prstGeom prst="rect">
            <a:avLst/>
          </a:prstGeom>
        </p:spPr>
        <p:txBody>
          <a:bodyPr wrap="square" lIns="223877" tIns="223877" rIns="223877" bIns="223877">
            <a:spAutoFit/>
          </a:bodyPr>
          <a:lstStyle>
            <a:lvl1pPr marL="0" indent="0">
              <a:buNone/>
              <a:defRPr sz="2800">
                <a:solidFill>
                  <a:schemeClr val="accent5">
                    <a:lumMod val="50000"/>
                  </a:schemeClr>
                </a:solidFill>
                <a:latin typeface="Times New Roman" panose="02020603050405020304" pitchFamily="18" charset="0"/>
                <a:cs typeface="Times New Roman" panose="02020603050405020304" pitchFamily="18" charset="0"/>
              </a:defRPr>
            </a:lvl1pPr>
            <a:lvl2pPr marL="1455191" indent="-559688">
              <a:defRPr sz="2500">
                <a:latin typeface="Trebuchet MS" pitchFamily="34" charset="0"/>
              </a:defRPr>
            </a:lvl2pPr>
            <a:lvl3pPr marL="2014879" indent="-559688">
              <a:defRPr sz="2500">
                <a:latin typeface="Trebuchet MS" pitchFamily="34" charset="0"/>
              </a:defRPr>
            </a:lvl3pPr>
            <a:lvl4pPr marL="2630537" indent="-615658">
              <a:defRPr sz="2500">
                <a:latin typeface="Trebuchet MS" pitchFamily="34" charset="0"/>
              </a:defRPr>
            </a:lvl4pPr>
            <a:lvl5pPr marL="3078288" indent="-447751">
              <a:defRPr sz="25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15374917" y="31237940"/>
            <a:ext cx="14276605" cy="800265"/>
          </a:xfrm>
          <a:prstGeom prst="rect">
            <a:avLst/>
          </a:prstGeom>
          <a:noFill/>
        </p:spPr>
        <p:txBody>
          <a:bodyPr wrap="square" lIns="89551" tIns="89551" rIns="89551" bIns="89551" anchor="ctr" anchorCtr="0">
            <a:spAutoFit/>
          </a:bodyPr>
          <a:lstStyle>
            <a:lvl1pPr marL="0" indent="0" algn="ctr">
              <a:buNone/>
              <a:defRPr sz="3900" b="1" u="sng" baseline="0">
                <a:solidFill>
                  <a:schemeClr val="accent5">
                    <a:lumMod val="50000"/>
                  </a:schemeClr>
                </a:solidFill>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15374917" y="32074206"/>
            <a:ext cx="14283756" cy="897605"/>
          </a:xfrm>
          <a:prstGeom prst="rect">
            <a:avLst/>
          </a:prstGeom>
        </p:spPr>
        <p:txBody>
          <a:bodyPr wrap="square" lIns="223877" tIns="223877" rIns="223877" bIns="223877">
            <a:spAutoFit/>
          </a:bodyPr>
          <a:lstStyle>
            <a:lvl1pPr marL="0" indent="0">
              <a:buNone/>
              <a:defRPr sz="2800">
                <a:solidFill>
                  <a:schemeClr val="accent5">
                    <a:lumMod val="50000"/>
                  </a:schemeClr>
                </a:solidFill>
                <a:latin typeface="Times New Roman" panose="02020603050405020304" pitchFamily="18" charset="0"/>
                <a:cs typeface="Times New Roman" panose="02020603050405020304" pitchFamily="18" charset="0"/>
              </a:defRPr>
            </a:lvl1pPr>
            <a:lvl2pPr marL="1455191" indent="-559688">
              <a:defRPr sz="2500">
                <a:latin typeface="Trebuchet MS" pitchFamily="34" charset="0"/>
              </a:defRPr>
            </a:lvl2pPr>
            <a:lvl3pPr marL="2014879" indent="-559688">
              <a:defRPr sz="2500">
                <a:latin typeface="Trebuchet MS" pitchFamily="34" charset="0"/>
              </a:defRPr>
            </a:lvl3pPr>
            <a:lvl4pPr marL="2630537" indent="-615658">
              <a:defRPr sz="2500">
                <a:latin typeface="Trebuchet MS" pitchFamily="34" charset="0"/>
              </a:defRPr>
            </a:lvl4pPr>
            <a:lvl5pPr marL="3078288" indent="-447751">
              <a:defRPr sz="25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636213" y="19789071"/>
            <a:ext cx="14300387" cy="897605"/>
          </a:xfrm>
          <a:prstGeom prst="rect">
            <a:avLst/>
          </a:prstGeom>
        </p:spPr>
        <p:txBody>
          <a:bodyPr wrap="square" lIns="223877" tIns="223877" rIns="223877" bIns="223877">
            <a:spAutoFit/>
          </a:bodyPr>
          <a:lstStyle>
            <a:lvl1pPr marL="0" indent="0">
              <a:buNone/>
              <a:defRPr sz="2800">
                <a:solidFill>
                  <a:schemeClr val="accent5">
                    <a:lumMod val="50000"/>
                  </a:schemeClr>
                </a:solidFill>
                <a:latin typeface="Times New Roman" panose="02020603050405020304" pitchFamily="18" charset="0"/>
                <a:cs typeface="Times New Roman" panose="02020603050405020304" pitchFamily="18" charset="0"/>
              </a:defRPr>
            </a:lvl1pPr>
            <a:lvl2pPr marL="1455191" indent="-559688">
              <a:defRPr sz="2500">
                <a:latin typeface="Trebuchet MS" pitchFamily="34" charset="0"/>
              </a:defRPr>
            </a:lvl2pPr>
            <a:lvl3pPr marL="2014879" indent="-559688">
              <a:defRPr sz="2500">
                <a:latin typeface="Trebuchet MS" pitchFamily="34" charset="0"/>
              </a:defRPr>
            </a:lvl3pPr>
            <a:lvl4pPr marL="2630537" indent="-615658">
              <a:defRPr sz="2500">
                <a:latin typeface="Trebuchet MS" pitchFamily="34" charset="0"/>
              </a:defRPr>
            </a:lvl4pPr>
            <a:lvl5pPr marL="3078288" indent="-447751">
              <a:defRPr sz="2500">
                <a:latin typeface="Trebuchet MS" pitchFamily="34" charset="0"/>
              </a:defRPr>
            </a:lvl5pPr>
          </a:lstStyle>
          <a:p>
            <a:pPr lvl="0"/>
            <a:r>
              <a:rPr lang="en-US" dirty="0"/>
              <a:t>Type in or paste your text here</a:t>
            </a:r>
          </a:p>
        </p:txBody>
      </p:sp>
      <p:sp>
        <p:nvSpPr>
          <p:cNvPr id="76" name="Text Placeholder 76"/>
          <p:cNvSpPr>
            <a:spLocks noGrp="1"/>
          </p:cNvSpPr>
          <p:nvPr>
            <p:ph type="body" sz="quarter" idx="150" hasCustomPrompt="1"/>
          </p:nvPr>
        </p:nvSpPr>
        <p:spPr>
          <a:xfrm>
            <a:off x="4090899" y="4110875"/>
            <a:ext cx="22093415" cy="1087559"/>
          </a:xfrm>
          <a:prstGeom prst="rect">
            <a:avLst/>
          </a:prstGeom>
        </p:spPr>
        <p:txBody>
          <a:bodyPr lIns="77349" tIns="38675" rIns="77349" bIns="38675">
            <a:normAutofit/>
          </a:bodyPr>
          <a:lstStyle>
            <a:lvl1pPr marL="0" indent="0" algn="ctr">
              <a:buFontTx/>
              <a:buNone/>
              <a:defRPr sz="5400">
                <a:solidFill>
                  <a:schemeClr val="accent5">
                    <a:lumMod val="50000"/>
                  </a:schemeClr>
                </a:solidFill>
                <a:latin typeface="+mj-lt"/>
              </a:defRPr>
            </a:lvl1pPr>
            <a:lvl2pPr>
              <a:buFontTx/>
              <a:buNone/>
              <a:defRPr sz="6100"/>
            </a:lvl2pPr>
            <a:lvl3pPr>
              <a:buFontTx/>
              <a:buNone/>
              <a:defRPr sz="6100"/>
            </a:lvl3pPr>
            <a:lvl4pPr>
              <a:buFontTx/>
              <a:buNone/>
              <a:defRPr sz="6100"/>
            </a:lvl4pPr>
            <a:lvl5pPr>
              <a:buFontTx/>
              <a:buNone/>
              <a:defRPr sz="6100"/>
            </a:lvl5pPr>
          </a:lstStyle>
          <a:p>
            <a:pPr lvl="0"/>
            <a:r>
              <a:rPr lang="en-US" dirty="0"/>
              <a:t>Click here to add affiliations</a:t>
            </a:r>
          </a:p>
        </p:txBody>
      </p:sp>
      <p:sp>
        <p:nvSpPr>
          <p:cNvPr id="79" name="Text Placeholder 76"/>
          <p:cNvSpPr>
            <a:spLocks noGrp="1"/>
          </p:cNvSpPr>
          <p:nvPr>
            <p:ph type="body" sz="quarter" idx="151" hasCustomPrompt="1"/>
          </p:nvPr>
        </p:nvSpPr>
        <p:spPr>
          <a:xfrm>
            <a:off x="4090899" y="2558463"/>
            <a:ext cx="22093415" cy="1262156"/>
          </a:xfrm>
          <a:prstGeom prst="rect">
            <a:avLst/>
          </a:prstGeom>
        </p:spPr>
        <p:txBody>
          <a:bodyPr lIns="77349" tIns="38675" rIns="77349" bIns="38675" anchor="t" anchorCtr="1">
            <a:noAutofit/>
          </a:bodyPr>
          <a:lstStyle>
            <a:lvl1pPr marL="0" indent="0" algn="ctr">
              <a:buFontTx/>
              <a:buNone/>
              <a:defRPr sz="7200">
                <a:solidFill>
                  <a:schemeClr val="accent5">
                    <a:lumMod val="50000"/>
                  </a:schemeClr>
                </a:solidFill>
                <a:latin typeface="+mj-lt"/>
              </a:defRPr>
            </a:lvl1pPr>
            <a:lvl2pPr>
              <a:buFontTx/>
              <a:buNone/>
              <a:defRPr sz="6100"/>
            </a:lvl2pPr>
            <a:lvl3pPr>
              <a:buFontTx/>
              <a:buNone/>
              <a:defRPr sz="6100"/>
            </a:lvl3pPr>
            <a:lvl4pPr>
              <a:buFontTx/>
              <a:buNone/>
              <a:defRPr sz="6100"/>
            </a:lvl4pPr>
            <a:lvl5pPr>
              <a:buFontTx/>
              <a:buNone/>
              <a:defRPr sz="6100"/>
            </a:lvl5pPr>
          </a:lstStyle>
          <a:p>
            <a:pPr lvl="0"/>
            <a:r>
              <a:rPr lang="en-US" dirty="0"/>
              <a:t>Click here to add authors</a:t>
            </a:r>
          </a:p>
        </p:txBody>
      </p:sp>
      <p:sp>
        <p:nvSpPr>
          <p:cNvPr id="80" name="Text Placeholder 76"/>
          <p:cNvSpPr>
            <a:spLocks noGrp="1"/>
          </p:cNvSpPr>
          <p:nvPr>
            <p:ph type="body" sz="quarter" idx="153" hasCustomPrompt="1"/>
          </p:nvPr>
        </p:nvSpPr>
        <p:spPr>
          <a:xfrm>
            <a:off x="4090899" y="492940"/>
            <a:ext cx="22093415" cy="1775267"/>
          </a:xfrm>
          <a:prstGeom prst="rect">
            <a:avLst/>
          </a:prstGeom>
        </p:spPr>
        <p:txBody>
          <a:bodyPr lIns="77349" tIns="38675" rIns="77349" bIns="38675" anchor="t" anchorCtr="1">
            <a:normAutofit/>
          </a:bodyPr>
          <a:lstStyle>
            <a:lvl1pPr marL="0" indent="0" algn="ctr">
              <a:buFontTx/>
              <a:buNone/>
              <a:defRPr sz="9600" b="1">
                <a:solidFill>
                  <a:schemeClr val="accent5">
                    <a:lumMod val="50000"/>
                  </a:schemeClr>
                </a:solidFill>
                <a:latin typeface="+mj-lt"/>
              </a:defRPr>
            </a:lvl1pPr>
            <a:lvl2pPr>
              <a:buFontTx/>
              <a:buNone/>
              <a:defRPr sz="6100"/>
            </a:lvl2pPr>
            <a:lvl3pPr>
              <a:buFontTx/>
              <a:buNone/>
              <a:defRPr sz="6100"/>
            </a:lvl3pPr>
            <a:lvl4pPr>
              <a:buFontTx/>
              <a:buNone/>
              <a:defRPr sz="6100"/>
            </a:lvl4pPr>
            <a:lvl5pPr>
              <a:buFontTx/>
              <a:buNone/>
              <a:defRPr sz="6100"/>
            </a:lvl5pPr>
          </a:lstStyle>
          <a:p>
            <a:pPr lvl="0"/>
            <a:r>
              <a:rPr lang="en-US" dirty="0"/>
              <a:t>Click here to add title</a:t>
            </a:r>
          </a:p>
        </p:txBody>
      </p:sp>
      <p:sp>
        <p:nvSpPr>
          <p:cNvPr id="3" name="Text Placeholder 5">
            <a:extLst>
              <a:ext uri="{FF2B5EF4-FFF2-40B4-BE49-F238E27FC236}">
                <a16:creationId xmlns:a16="http://schemas.microsoft.com/office/drawing/2014/main" id="{9BBC1FBA-2819-DED2-4540-7468A6EB2860}"/>
              </a:ext>
            </a:extLst>
          </p:cNvPr>
          <p:cNvSpPr>
            <a:spLocks noGrp="1"/>
          </p:cNvSpPr>
          <p:nvPr>
            <p:ph type="body" sz="quarter" idx="154" hasCustomPrompt="1"/>
          </p:nvPr>
        </p:nvSpPr>
        <p:spPr>
          <a:xfrm>
            <a:off x="623691" y="31184542"/>
            <a:ext cx="14291358" cy="800265"/>
          </a:xfrm>
          <a:prstGeom prst="rect">
            <a:avLst/>
          </a:prstGeom>
          <a:noFill/>
        </p:spPr>
        <p:txBody>
          <a:bodyPr wrap="square" lIns="89551" tIns="89551" rIns="89551" bIns="89551" anchor="ctr" anchorCtr="0">
            <a:spAutoFit/>
          </a:bodyPr>
          <a:lstStyle>
            <a:lvl1pPr marL="0" indent="0" algn="ctr">
              <a:buNone/>
              <a:defRPr sz="3900" b="1" u="sng" baseline="0">
                <a:solidFill>
                  <a:schemeClr val="accent5">
                    <a:lumMod val="50000"/>
                  </a:schemeClr>
                </a:solidFill>
              </a:defRPr>
            </a:lvl1pPr>
          </a:lstStyle>
          <a:p>
            <a:pPr lvl="0"/>
            <a:r>
              <a:rPr lang="en-US" dirty="0"/>
              <a:t>(click to edit)  OBJECTIVES</a:t>
            </a:r>
          </a:p>
        </p:txBody>
      </p:sp>
      <p:sp>
        <p:nvSpPr>
          <p:cNvPr id="7" name="Text Placeholder 3">
            <a:extLst>
              <a:ext uri="{FF2B5EF4-FFF2-40B4-BE49-F238E27FC236}">
                <a16:creationId xmlns:a16="http://schemas.microsoft.com/office/drawing/2014/main" id="{A4586AE6-2084-DBB4-B468-F06C763B42C9}"/>
              </a:ext>
            </a:extLst>
          </p:cNvPr>
          <p:cNvSpPr>
            <a:spLocks noGrp="1"/>
          </p:cNvSpPr>
          <p:nvPr>
            <p:ph type="body" sz="quarter" idx="155" hasCustomPrompt="1"/>
          </p:nvPr>
        </p:nvSpPr>
        <p:spPr>
          <a:xfrm>
            <a:off x="599909" y="32074206"/>
            <a:ext cx="14300387" cy="897605"/>
          </a:xfrm>
          <a:prstGeom prst="rect">
            <a:avLst/>
          </a:prstGeom>
        </p:spPr>
        <p:txBody>
          <a:bodyPr wrap="square" lIns="223877" tIns="223877" rIns="223877" bIns="223877">
            <a:spAutoFit/>
          </a:bodyPr>
          <a:lstStyle>
            <a:lvl1pPr marL="0" indent="0">
              <a:buNone/>
              <a:defRPr sz="2800">
                <a:solidFill>
                  <a:schemeClr val="accent5">
                    <a:lumMod val="50000"/>
                  </a:schemeClr>
                </a:solidFill>
                <a:latin typeface="Times New Roman" panose="02020603050405020304" pitchFamily="18" charset="0"/>
                <a:cs typeface="Times New Roman" panose="02020603050405020304" pitchFamily="18" charset="0"/>
              </a:defRPr>
            </a:lvl1pPr>
            <a:lvl2pPr marL="1455191" indent="-559688">
              <a:defRPr sz="2500">
                <a:latin typeface="Trebuchet MS" pitchFamily="34" charset="0"/>
              </a:defRPr>
            </a:lvl2pPr>
            <a:lvl3pPr marL="2014879" indent="-559688">
              <a:defRPr sz="2500">
                <a:latin typeface="Trebuchet MS" pitchFamily="34" charset="0"/>
              </a:defRPr>
            </a:lvl3pPr>
            <a:lvl4pPr marL="2630537" indent="-615658">
              <a:defRPr sz="2500">
                <a:latin typeface="Trebuchet MS" pitchFamily="34" charset="0"/>
              </a:defRPr>
            </a:lvl4pPr>
            <a:lvl5pPr marL="3078288" indent="-447751">
              <a:defRPr sz="2500">
                <a:latin typeface="Trebuchet MS" pitchFamily="34" charset="0"/>
              </a:defRPr>
            </a:lvl5pPr>
          </a:lstStyle>
          <a:p>
            <a:pPr lvl="0"/>
            <a:r>
              <a:rPr lang="en-US" dirty="0"/>
              <a:t>Type in or paste your text here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Wide center column">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623691" y="7880953"/>
            <a:ext cx="6936975" cy="897605"/>
          </a:xfrm>
          <a:prstGeom prst="rect">
            <a:avLst/>
          </a:prstGeom>
        </p:spPr>
        <p:txBody>
          <a:bodyPr wrap="square" lIns="223877" tIns="223877" rIns="223877" bIns="223877">
            <a:spAutoFit/>
          </a:bodyPr>
          <a:lstStyle>
            <a:lvl1pPr marL="0" indent="0">
              <a:buNone/>
              <a:defRPr sz="2800">
                <a:solidFill>
                  <a:schemeClr val="accent5">
                    <a:lumMod val="50000"/>
                  </a:schemeClr>
                </a:solidFill>
                <a:latin typeface="Times New Roman" panose="02020603050405020304" pitchFamily="18" charset="0"/>
                <a:cs typeface="Times New Roman" panose="02020603050405020304" pitchFamily="18" charset="0"/>
              </a:defRPr>
            </a:lvl1pPr>
            <a:lvl2pPr marL="1455191" indent="-559688">
              <a:defRPr sz="2500">
                <a:latin typeface="Trebuchet MS" pitchFamily="34" charset="0"/>
              </a:defRPr>
            </a:lvl2pPr>
            <a:lvl3pPr marL="2014879" indent="-559688">
              <a:defRPr sz="2500">
                <a:latin typeface="Trebuchet MS" pitchFamily="34" charset="0"/>
              </a:defRPr>
            </a:lvl3pPr>
            <a:lvl4pPr marL="2630537" indent="-615658">
              <a:defRPr sz="2500">
                <a:latin typeface="Trebuchet MS" pitchFamily="34" charset="0"/>
              </a:defRPr>
            </a:lvl4pPr>
            <a:lvl5pPr marL="3078288" indent="-447751">
              <a:defRPr sz="2500">
                <a:latin typeface="Trebuchet MS" pitchFamily="34" charset="0"/>
              </a:defRPr>
            </a:lvl5pPr>
          </a:lstStyle>
          <a:p>
            <a:pPr lvl="0"/>
            <a:r>
              <a:rPr lang="en-US" dirty="0"/>
              <a:t>Enter your text here</a:t>
            </a:r>
          </a:p>
        </p:txBody>
      </p:sp>
      <p:sp>
        <p:nvSpPr>
          <p:cNvPr id="6" name="Text Placeholder 5"/>
          <p:cNvSpPr>
            <a:spLocks noGrp="1"/>
          </p:cNvSpPr>
          <p:nvPr>
            <p:ph type="body" sz="quarter" idx="11" hasCustomPrompt="1"/>
          </p:nvPr>
        </p:nvSpPr>
        <p:spPr>
          <a:xfrm>
            <a:off x="636213" y="7087666"/>
            <a:ext cx="6931501" cy="783016"/>
          </a:xfrm>
          <a:prstGeom prst="rect">
            <a:avLst/>
          </a:prstGeom>
          <a:noFill/>
        </p:spPr>
        <p:txBody>
          <a:bodyPr lIns="89551" tIns="89551" rIns="89551" bIns="89551" anchor="ctr" anchorCtr="0">
            <a:spAutoFit/>
          </a:bodyPr>
          <a:lstStyle>
            <a:lvl1pPr marL="0" indent="0" algn="ctr">
              <a:buNone/>
              <a:defRPr sz="3900" b="1" u="sng" baseline="0">
                <a:solidFill>
                  <a:schemeClr val="accent5">
                    <a:lumMod val="50000"/>
                  </a:schemeClr>
                </a:solidFill>
              </a:defRPr>
            </a:lvl1pPr>
          </a:lstStyle>
          <a:p>
            <a:pPr lvl="0"/>
            <a:r>
              <a:rPr lang="en-US" dirty="0"/>
              <a:t>(click to add) ABSTRACT</a:t>
            </a:r>
          </a:p>
        </p:txBody>
      </p:sp>
      <p:sp>
        <p:nvSpPr>
          <p:cNvPr id="19" name="Text Placeholder 3"/>
          <p:cNvSpPr>
            <a:spLocks noGrp="1"/>
          </p:cNvSpPr>
          <p:nvPr>
            <p:ph type="body" sz="quarter" idx="19" hasCustomPrompt="1"/>
          </p:nvPr>
        </p:nvSpPr>
        <p:spPr>
          <a:xfrm>
            <a:off x="622594" y="19232053"/>
            <a:ext cx="6938069" cy="897605"/>
          </a:xfrm>
          <a:prstGeom prst="rect">
            <a:avLst/>
          </a:prstGeom>
        </p:spPr>
        <p:txBody>
          <a:bodyPr wrap="square" lIns="223877" tIns="223877" rIns="223877" bIns="223877">
            <a:spAutoFit/>
          </a:bodyPr>
          <a:lstStyle>
            <a:lvl1pPr marL="0" indent="0">
              <a:buNone/>
              <a:defRPr sz="2800">
                <a:solidFill>
                  <a:schemeClr val="accent5">
                    <a:lumMod val="50000"/>
                  </a:schemeClr>
                </a:solidFill>
                <a:latin typeface="Times New Roman" panose="02020603050405020304" pitchFamily="18" charset="0"/>
                <a:cs typeface="Times New Roman" panose="02020603050405020304" pitchFamily="18" charset="0"/>
              </a:defRPr>
            </a:lvl1pPr>
            <a:lvl2pPr marL="1455191" indent="-559688">
              <a:defRPr sz="2500">
                <a:latin typeface="Trebuchet MS" pitchFamily="34" charset="0"/>
              </a:defRPr>
            </a:lvl2pPr>
            <a:lvl3pPr marL="2014879" indent="-559688">
              <a:defRPr sz="2500">
                <a:latin typeface="Trebuchet MS" pitchFamily="34" charset="0"/>
              </a:defRPr>
            </a:lvl3pPr>
            <a:lvl4pPr marL="2630537" indent="-615658">
              <a:defRPr sz="2500">
                <a:latin typeface="Trebuchet MS" pitchFamily="34" charset="0"/>
              </a:defRPr>
            </a:lvl4pPr>
            <a:lvl5pPr marL="3078288" indent="-447751">
              <a:defRPr sz="2500">
                <a:latin typeface="Trebuchet MS" pitchFamily="34" charset="0"/>
              </a:defRPr>
            </a:lvl5pPr>
          </a:lstStyle>
          <a:p>
            <a:pPr lvl="0"/>
            <a:r>
              <a:rPr lang="en-US" dirty="0"/>
              <a:t>Enter your text here</a:t>
            </a:r>
          </a:p>
        </p:txBody>
      </p:sp>
      <p:sp>
        <p:nvSpPr>
          <p:cNvPr id="20" name="Text Placeholder 5"/>
          <p:cNvSpPr>
            <a:spLocks noGrp="1"/>
          </p:cNvSpPr>
          <p:nvPr>
            <p:ph type="body" sz="quarter" idx="20" hasCustomPrompt="1"/>
          </p:nvPr>
        </p:nvSpPr>
        <p:spPr>
          <a:xfrm>
            <a:off x="636211" y="18480518"/>
            <a:ext cx="6932594" cy="800265"/>
          </a:xfrm>
          <a:prstGeom prst="rect">
            <a:avLst/>
          </a:prstGeom>
          <a:noFill/>
        </p:spPr>
        <p:txBody>
          <a:bodyPr wrap="square" lIns="89551" tIns="89551" rIns="89551" bIns="89551" anchor="ctr" anchorCtr="0">
            <a:spAutoFit/>
          </a:bodyPr>
          <a:lstStyle>
            <a:lvl1pPr marL="0" indent="0" algn="ctr">
              <a:buNone/>
              <a:defRPr sz="3900" b="1" u="sng" baseline="0">
                <a:solidFill>
                  <a:schemeClr val="accent5">
                    <a:lumMod val="50000"/>
                  </a:schemeClr>
                </a:solidFill>
              </a:defRPr>
            </a:lvl1pPr>
          </a:lstStyle>
          <a:p>
            <a:pPr lvl="0"/>
            <a:r>
              <a:rPr lang="en-US" dirty="0"/>
              <a:t>(click to add)  OBJECTIVES</a:t>
            </a:r>
          </a:p>
        </p:txBody>
      </p:sp>
      <p:sp>
        <p:nvSpPr>
          <p:cNvPr id="21" name="Text Placeholder 3"/>
          <p:cNvSpPr>
            <a:spLocks noGrp="1"/>
          </p:cNvSpPr>
          <p:nvPr>
            <p:ph type="body" sz="quarter" idx="21" hasCustomPrompt="1"/>
          </p:nvPr>
        </p:nvSpPr>
        <p:spPr>
          <a:xfrm>
            <a:off x="7992578" y="7870631"/>
            <a:ext cx="14292247" cy="897605"/>
          </a:xfrm>
          <a:prstGeom prst="rect">
            <a:avLst/>
          </a:prstGeom>
        </p:spPr>
        <p:txBody>
          <a:bodyPr wrap="square" lIns="223877" tIns="223877" rIns="223877" bIns="223877">
            <a:spAutoFit/>
          </a:bodyPr>
          <a:lstStyle>
            <a:lvl1pPr marL="0" indent="0">
              <a:buNone/>
              <a:defRPr sz="2800">
                <a:solidFill>
                  <a:schemeClr val="accent5">
                    <a:lumMod val="50000"/>
                  </a:schemeClr>
                </a:solidFill>
                <a:latin typeface="Times New Roman" panose="02020603050405020304" pitchFamily="18" charset="0"/>
                <a:cs typeface="Times New Roman" panose="02020603050405020304" pitchFamily="18" charset="0"/>
              </a:defRPr>
            </a:lvl1pPr>
            <a:lvl2pPr marL="1455191" indent="-559688">
              <a:defRPr sz="2500">
                <a:latin typeface="Trebuchet MS" pitchFamily="34" charset="0"/>
              </a:defRPr>
            </a:lvl2pPr>
            <a:lvl3pPr marL="2014879" indent="-559688">
              <a:defRPr sz="2500">
                <a:latin typeface="Trebuchet MS" pitchFamily="34" charset="0"/>
              </a:defRPr>
            </a:lvl3pPr>
            <a:lvl4pPr marL="2630537" indent="-615658">
              <a:defRPr sz="2500">
                <a:latin typeface="Trebuchet MS" pitchFamily="34" charset="0"/>
              </a:defRPr>
            </a:lvl4pPr>
            <a:lvl5pPr marL="3078288" indent="-447751">
              <a:defRPr sz="2500">
                <a:latin typeface="Trebuchet MS" pitchFamily="34" charset="0"/>
              </a:defRPr>
            </a:lvl5pPr>
          </a:lstStyle>
          <a:p>
            <a:pPr lvl="0"/>
            <a:r>
              <a:rPr lang="en-US" dirty="0"/>
              <a:t>Enter your text here</a:t>
            </a:r>
          </a:p>
        </p:txBody>
      </p:sp>
      <p:sp>
        <p:nvSpPr>
          <p:cNvPr id="22" name="Text Placeholder 5"/>
          <p:cNvSpPr>
            <a:spLocks noGrp="1"/>
          </p:cNvSpPr>
          <p:nvPr>
            <p:ph type="body" sz="quarter" idx="22" hasCustomPrompt="1"/>
          </p:nvPr>
        </p:nvSpPr>
        <p:spPr>
          <a:xfrm>
            <a:off x="7992580" y="7087666"/>
            <a:ext cx="14292247" cy="800265"/>
          </a:xfrm>
          <a:prstGeom prst="rect">
            <a:avLst/>
          </a:prstGeom>
          <a:noFill/>
        </p:spPr>
        <p:txBody>
          <a:bodyPr wrap="square" lIns="89551" tIns="89551" rIns="89551" bIns="89551" anchor="ctr" anchorCtr="0">
            <a:spAutoFit/>
          </a:bodyPr>
          <a:lstStyle>
            <a:lvl1pPr marL="0" indent="0" algn="ctr">
              <a:buNone/>
              <a:defRPr sz="3900" b="1" u="sng" baseline="0">
                <a:solidFill>
                  <a:schemeClr val="accent5">
                    <a:lumMod val="50000"/>
                  </a:schemeClr>
                </a:solidFill>
              </a:defRPr>
            </a:lvl1pPr>
          </a:lstStyle>
          <a:p>
            <a:pPr lvl="0"/>
            <a:r>
              <a:rPr lang="en-US" dirty="0"/>
              <a:t>(header)  MATERIALS &amp; METHODS</a:t>
            </a:r>
          </a:p>
        </p:txBody>
      </p:sp>
      <p:sp>
        <p:nvSpPr>
          <p:cNvPr id="23" name="Text Placeholder 3"/>
          <p:cNvSpPr>
            <a:spLocks noGrp="1"/>
          </p:cNvSpPr>
          <p:nvPr>
            <p:ph type="body" sz="quarter" idx="23" hasCustomPrompt="1"/>
          </p:nvPr>
        </p:nvSpPr>
        <p:spPr>
          <a:xfrm>
            <a:off x="7992580" y="28196756"/>
            <a:ext cx="14292247" cy="897605"/>
          </a:xfrm>
          <a:prstGeom prst="rect">
            <a:avLst/>
          </a:prstGeom>
        </p:spPr>
        <p:txBody>
          <a:bodyPr wrap="square" lIns="223877" tIns="223877" rIns="223877" bIns="223877">
            <a:spAutoFit/>
          </a:bodyPr>
          <a:lstStyle>
            <a:lvl1pPr marL="0" indent="0">
              <a:buNone/>
              <a:defRPr sz="2800">
                <a:solidFill>
                  <a:schemeClr val="accent5">
                    <a:lumMod val="50000"/>
                  </a:schemeClr>
                </a:solidFill>
                <a:latin typeface="Times New Roman" panose="02020603050405020304" pitchFamily="18" charset="0"/>
                <a:cs typeface="Times New Roman" panose="02020603050405020304" pitchFamily="18" charset="0"/>
              </a:defRPr>
            </a:lvl1pPr>
            <a:lvl2pPr marL="1455191" indent="-559688">
              <a:defRPr sz="2500">
                <a:latin typeface="Trebuchet MS" pitchFamily="34" charset="0"/>
              </a:defRPr>
            </a:lvl2pPr>
            <a:lvl3pPr marL="2014879" indent="-559688">
              <a:defRPr sz="2500">
                <a:latin typeface="Trebuchet MS" pitchFamily="34" charset="0"/>
              </a:defRPr>
            </a:lvl3pPr>
            <a:lvl4pPr marL="2630537" indent="-615658">
              <a:defRPr sz="2500">
                <a:latin typeface="Trebuchet MS" pitchFamily="34" charset="0"/>
              </a:defRPr>
            </a:lvl4pPr>
            <a:lvl5pPr marL="3078288" indent="-447751">
              <a:defRPr sz="2500">
                <a:latin typeface="Trebuchet MS" pitchFamily="34" charset="0"/>
              </a:defRPr>
            </a:lvl5pPr>
          </a:lstStyle>
          <a:p>
            <a:pPr lvl="0"/>
            <a:r>
              <a:rPr lang="en-US" dirty="0"/>
              <a:t>Enter your text here</a:t>
            </a:r>
          </a:p>
        </p:txBody>
      </p:sp>
      <p:sp>
        <p:nvSpPr>
          <p:cNvPr id="24" name="Text Placeholder 5"/>
          <p:cNvSpPr>
            <a:spLocks noGrp="1"/>
          </p:cNvSpPr>
          <p:nvPr>
            <p:ph type="body" sz="quarter" idx="24" hasCustomPrompt="1"/>
          </p:nvPr>
        </p:nvSpPr>
        <p:spPr>
          <a:xfrm>
            <a:off x="7992580" y="27403473"/>
            <a:ext cx="14292247" cy="800265"/>
          </a:xfrm>
          <a:prstGeom prst="rect">
            <a:avLst/>
          </a:prstGeom>
          <a:noFill/>
        </p:spPr>
        <p:txBody>
          <a:bodyPr wrap="square" lIns="89551" tIns="89551" rIns="89551" bIns="89551" anchor="ctr" anchorCtr="0">
            <a:spAutoFit/>
          </a:bodyPr>
          <a:lstStyle>
            <a:lvl1pPr marL="0" indent="0" algn="ctr">
              <a:buNone/>
              <a:defRPr sz="3900" b="1" u="sng" baseline="0">
                <a:solidFill>
                  <a:schemeClr val="accent5">
                    <a:lumMod val="50000"/>
                  </a:schemeClr>
                </a:solidFill>
              </a:defRPr>
            </a:lvl1pPr>
          </a:lstStyle>
          <a:p>
            <a:pPr lvl="0"/>
            <a:r>
              <a:rPr lang="en-US" dirty="0"/>
              <a:t>(click to add)  RESULTS</a:t>
            </a:r>
          </a:p>
        </p:txBody>
      </p:sp>
      <p:sp>
        <p:nvSpPr>
          <p:cNvPr id="25" name="Text Placeholder 5"/>
          <p:cNvSpPr>
            <a:spLocks noGrp="1"/>
          </p:cNvSpPr>
          <p:nvPr>
            <p:ph type="body" sz="quarter" idx="25" hasCustomPrompt="1"/>
          </p:nvPr>
        </p:nvSpPr>
        <p:spPr>
          <a:xfrm>
            <a:off x="22710790" y="7087666"/>
            <a:ext cx="6930218" cy="800265"/>
          </a:xfrm>
          <a:prstGeom prst="rect">
            <a:avLst/>
          </a:prstGeom>
          <a:noFill/>
        </p:spPr>
        <p:txBody>
          <a:bodyPr wrap="square" lIns="89551" tIns="89551" rIns="89551" bIns="89551" anchor="ctr" anchorCtr="0">
            <a:spAutoFit/>
          </a:bodyPr>
          <a:lstStyle>
            <a:lvl1pPr marL="0" indent="0" algn="ctr">
              <a:buNone/>
              <a:defRPr sz="3900" b="1" u="sng" baseline="0">
                <a:solidFill>
                  <a:schemeClr val="accent5">
                    <a:lumMod val="50000"/>
                  </a:schemeClr>
                </a:solidFill>
              </a:defRPr>
            </a:lvl1pPr>
          </a:lstStyle>
          <a:p>
            <a:pPr lvl="0"/>
            <a:r>
              <a:rPr lang="en-US" dirty="0"/>
              <a:t>(click to add) CONCLUSIONS</a:t>
            </a:r>
          </a:p>
        </p:txBody>
      </p:sp>
      <p:sp>
        <p:nvSpPr>
          <p:cNvPr id="26" name="Text Placeholder 3"/>
          <p:cNvSpPr>
            <a:spLocks noGrp="1"/>
          </p:cNvSpPr>
          <p:nvPr>
            <p:ph type="body" sz="quarter" idx="26" hasCustomPrompt="1"/>
          </p:nvPr>
        </p:nvSpPr>
        <p:spPr>
          <a:xfrm>
            <a:off x="22710790" y="7880953"/>
            <a:ext cx="6930218" cy="897605"/>
          </a:xfrm>
          <a:prstGeom prst="rect">
            <a:avLst/>
          </a:prstGeom>
        </p:spPr>
        <p:txBody>
          <a:bodyPr wrap="square" lIns="223877" tIns="223877" rIns="223877" bIns="223877">
            <a:spAutoFit/>
          </a:bodyPr>
          <a:lstStyle>
            <a:lvl1pPr marL="0" indent="0">
              <a:buNone/>
              <a:defRPr sz="2800">
                <a:solidFill>
                  <a:schemeClr val="accent5">
                    <a:lumMod val="50000"/>
                  </a:schemeClr>
                </a:solidFill>
                <a:latin typeface="Times New Roman" panose="02020603050405020304" pitchFamily="18" charset="0"/>
                <a:cs typeface="Times New Roman" panose="02020603050405020304" pitchFamily="18" charset="0"/>
              </a:defRPr>
            </a:lvl1pPr>
            <a:lvl2pPr marL="1455191" indent="-559688">
              <a:defRPr sz="2500">
                <a:latin typeface="Trebuchet MS" pitchFamily="34" charset="0"/>
              </a:defRPr>
            </a:lvl2pPr>
            <a:lvl3pPr marL="2014879" indent="-559688">
              <a:defRPr sz="2500">
                <a:latin typeface="Trebuchet MS" pitchFamily="34" charset="0"/>
              </a:defRPr>
            </a:lvl3pPr>
            <a:lvl4pPr marL="2630537" indent="-615658">
              <a:defRPr sz="2500">
                <a:latin typeface="Trebuchet MS" pitchFamily="34" charset="0"/>
              </a:defRPr>
            </a:lvl4pPr>
            <a:lvl5pPr marL="3078288" indent="-447751">
              <a:defRPr sz="2500">
                <a:latin typeface="Trebuchet MS" pitchFamily="34" charset="0"/>
              </a:defRPr>
            </a:lvl5pPr>
          </a:lstStyle>
          <a:p>
            <a:pPr lvl="0"/>
            <a:r>
              <a:rPr lang="en-US" dirty="0"/>
              <a:t>Enter your text here</a:t>
            </a:r>
          </a:p>
        </p:txBody>
      </p:sp>
      <p:sp>
        <p:nvSpPr>
          <p:cNvPr id="27" name="Text Placeholder 5"/>
          <p:cNvSpPr>
            <a:spLocks noGrp="1"/>
          </p:cNvSpPr>
          <p:nvPr>
            <p:ph type="body" sz="quarter" idx="27" hasCustomPrompt="1"/>
          </p:nvPr>
        </p:nvSpPr>
        <p:spPr>
          <a:xfrm>
            <a:off x="22706864" y="18558829"/>
            <a:ext cx="6930218" cy="800265"/>
          </a:xfrm>
          <a:prstGeom prst="rect">
            <a:avLst/>
          </a:prstGeom>
          <a:noFill/>
        </p:spPr>
        <p:txBody>
          <a:bodyPr wrap="square" lIns="89551" tIns="89551" rIns="89551" bIns="89551" anchor="ctr" anchorCtr="0">
            <a:spAutoFit/>
          </a:bodyPr>
          <a:lstStyle>
            <a:lvl1pPr marL="0" indent="0" algn="ctr">
              <a:buNone/>
              <a:defRPr sz="3900" b="1" u="sng" baseline="0">
                <a:solidFill>
                  <a:schemeClr val="accent5">
                    <a:lumMod val="50000"/>
                  </a:schemeClr>
                </a:solidFill>
              </a:defRPr>
            </a:lvl1pPr>
          </a:lstStyle>
          <a:p>
            <a:pPr lvl="0"/>
            <a:r>
              <a:rPr lang="en-US" dirty="0"/>
              <a:t>(click to add) REFERENCES</a:t>
            </a:r>
          </a:p>
        </p:txBody>
      </p:sp>
      <p:sp>
        <p:nvSpPr>
          <p:cNvPr id="28" name="Text Placeholder 3"/>
          <p:cNvSpPr>
            <a:spLocks noGrp="1"/>
          </p:cNvSpPr>
          <p:nvPr>
            <p:ph type="body" sz="quarter" idx="28" hasCustomPrompt="1"/>
          </p:nvPr>
        </p:nvSpPr>
        <p:spPr>
          <a:xfrm>
            <a:off x="22751309" y="19352112"/>
            <a:ext cx="6879920" cy="897605"/>
          </a:xfrm>
          <a:prstGeom prst="rect">
            <a:avLst/>
          </a:prstGeom>
        </p:spPr>
        <p:txBody>
          <a:bodyPr wrap="square" lIns="223877" tIns="223877" rIns="223877" bIns="223877">
            <a:spAutoFit/>
          </a:bodyPr>
          <a:lstStyle>
            <a:lvl1pPr marL="0" indent="0">
              <a:buNone/>
              <a:defRPr sz="2800">
                <a:solidFill>
                  <a:schemeClr val="accent5">
                    <a:lumMod val="50000"/>
                  </a:schemeClr>
                </a:solidFill>
                <a:latin typeface="Times New Roman" panose="02020603050405020304" pitchFamily="18" charset="0"/>
                <a:cs typeface="Times New Roman" panose="02020603050405020304" pitchFamily="18" charset="0"/>
              </a:defRPr>
            </a:lvl1pPr>
            <a:lvl2pPr marL="1455191" indent="-559688">
              <a:defRPr sz="2500">
                <a:latin typeface="Trebuchet MS" pitchFamily="34" charset="0"/>
              </a:defRPr>
            </a:lvl2pPr>
            <a:lvl3pPr marL="2014879" indent="-559688">
              <a:defRPr sz="2500">
                <a:latin typeface="Trebuchet MS" pitchFamily="34" charset="0"/>
              </a:defRPr>
            </a:lvl3pPr>
            <a:lvl4pPr marL="2630537" indent="-615658">
              <a:defRPr sz="2500">
                <a:latin typeface="Trebuchet MS" pitchFamily="34" charset="0"/>
              </a:defRPr>
            </a:lvl4pPr>
            <a:lvl5pPr marL="3078288" indent="-447751">
              <a:defRPr sz="2500">
                <a:latin typeface="Trebuchet MS" pitchFamily="34" charset="0"/>
              </a:defRPr>
            </a:lvl5pPr>
          </a:lstStyle>
          <a:p>
            <a:pPr lvl="0"/>
            <a:r>
              <a:rPr lang="en-US" dirty="0"/>
              <a:t>Enter your text here</a:t>
            </a:r>
          </a:p>
        </p:txBody>
      </p:sp>
      <p:sp>
        <p:nvSpPr>
          <p:cNvPr id="29" name="Text Placeholder 5"/>
          <p:cNvSpPr>
            <a:spLocks noGrp="1"/>
          </p:cNvSpPr>
          <p:nvPr>
            <p:ph type="body" sz="quarter" idx="29" hasCustomPrompt="1"/>
          </p:nvPr>
        </p:nvSpPr>
        <p:spPr>
          <a:xfrm>
            <a:off x="22710790" y="34002453"/>
            <a:ext cx="6930218" cy="783016"/>
          </a:xfrm>
          <a:prstGeom prst="rect">
            <a:avLst/>
          </a:prstGeom>
          <a:noFill/>
        </p:spPr>
        <p:txBody>
          <a:bodyPr wrap="square" lIns="89551" tIns="89551" rIns="89551" bIns="89551" anchor="ctr" anchorCtr="0">
            <a:spAutoFit/>
          </a:bodyPr>
          <a:lstStyle>
            <a:lvl1pPr marL="0" indent="0" algn="ctr">
              <a:buNone/>
              <a:defRPr sz="3900" b="1" u="sng" baseline="0">
                <a:solidFill>
                  <a:schemeClr val="accent5">
                    <a:lumMod val="50000"/>
                  </a:schemeClr>
                </a:solidFill>
              </a:defRPr>
            </a:lvl1pPr>
          </a:lstStyle>
          <a:p>
            <a:pPr lvl="0"/>
            <a:r>
              <a:rPr lang="en-US" dirty="0"/>
              <a:t>(click to add)  CONTACT</a:t>
            </a:r>
          </a:p>
        </p:txBody>
      </p:sp>
      <p:sp>
        <p:nvSpPr>
          <p:cNvPr id="30" name="Text Placeholder 3"/>
          <p:cNvSpPr>
            <a:spLocks noGrp="1"/>
          </p:cNvSpPr>
          <p:nvPr>
            <p:ph type="body" sz="quarter" idx="30" hasCustomPrompt="1"/>
          </p:nvPr>
        </p:nvSpPr>
        <p:spPr>
          <a:xfrm>
            <a:off x="22697538" y="34864438"/>
            <a:ext cx="6933690" cy="897605"/>
          </a:xfrm>
          <a:prstGeom prst="rect">
            <a:avLst/>
          </a:prstGeom>
        </p:spPr>
        <p:txBody>
          <a:bodyPr wrap="square" lIns="223877" tIns="223877" rIns="223877" bIns="223877">
            <a:spAutoFit/>
          </a:bodyPr>
          <a:lstStyle>
            <a:lvl1pPr marL="0" indent="0">
              <a:buNone/>
              <a:defRPr sz="2800">
                <a:solidFill>
                  <a:schemeClr val="accent5">
                    <a:lumMod val="50000"/>
                  </a:schemeClr>
                </a:solidFill>
                <a:latin typeface="Times New Roman" panose="02020603050405020304" pitchFamily="18" charset="0"/>
                <a:cs typeface="Times New Roman" panose="02020603050405020304" pitchFamily="18" charset="0"/>
              </a:defRPr>
            </a:lvl1pPr>
            <a:lvl2pPr marL="1455191" indent="-559688">
              <a:defRPr sz="2500">
                <a:latin typeface="Trebuchet MS" pitchFamily="34" charset="0"/>
              </a:defRPr>
            </a:lvl2pPr>
            <a:lvl3pPr marL="2014879" indent="-559688">
              <a:defRPr sz="2500">
                <a:latin typeface="Trebuchet MS" pitchFamily="34" charset="0"/>
              </a:defRPr>
            </a:lvl3pPr>
            <a:lvl4pPr marL="2630537" indent="-615658">
              <a:defRPr sz="2500">
                <a:latin typeface="Trebuchet MS" pitchFamily="34" charset="0"/>
              </a:defRPr>
            </a:lvl4pPr>
            <a:lvl5pPr marL="3078288" indent="-447751">
              <a:defRPr sz="2500">
                <a:latin typeface="Trebuchet MS" pitchFamily="34" charset="0"/>
              </a:defRPr>
            </a:lvl5pPr>
          </a:lstStyle>
          <a:p>
            <a:pPr lvl="0"/>
            <a:r>
              <a:rPr lang="en-US" dirty="0"/>
              <a:t>Enter your text here</a:t>
            </a:r>
          </a:p>
        </p:txBody>
      </p:sp>
      <p:sp>
        <p:nvSpPr>
          <p:cNvPr id="84" name="Text Placeholder 76"/>
          <p:cNvSpPr>
            <a:spLocks noGrp="1"/>
          </p:cNvSpPr>
          <p:nvPr>
            <p:ph type="body" sz="quarter" idx="150" hasCustomPrompt="1"/>
          </p:nvPr>
        </p:nvSpPr>
        <p:spPr>
          <a:xfrm>
            <a:off x="4101963" y="3796231"/>
            <a:ext cx="22093415" cy="1087559"/>
          </a:xfrm>
          <a:prstGeom prst="rect">
            <a:avLst/>
          </a:prstGeom>
        </p:spPr>
        <p:txBody>
          <a:bodyPr lIns="77349" tIns="38675" rIns="77349" bIns="38675">
            <a:normAutofit/>
          </a:bodyPr>
          <a:lstStyle>
            <a:lvl1pPr marL="0" indent="0" algn="ctr">
              <a:buFontTx/>
              <a:buNone/>
              <a:defRPr sz="5400">
                <a:solidFill>
                  <a:schemeClr val="accent5">
                    <a:lumMod val="50000"/>
                  </a:schemeClr>
                </a:solidFill>
                <a:latin typeface="+mj-lt"/>
              </a:defRPr>
            </a:lvl1pPr>
            <a:lvl2pPr>
              <a:buFontTx/>
              <a:buNone/>
              <a:defRPr sz="6100"/>
            </a:lvl2pPr>
            <a:lvl3pPr>
              <a:buFontTx/>
              <a:buNone/>
              <a:defRPr sz="6100"/>
            </a:lvl3pPr>
            <a:lvl4pPr>
              <a:buFontTx/>
              <a:buNone/>
              <a:defRPr sz="6100"/>
            </a:lvl4pPr>
            <a:lvl5pPr>
              <a:buFontTx/>
              <a:buNone/>
              <a:defRPr sz="6100"/>
            </a:lvl5pPr>
          </a:lstStyle>
          <a:p>
            <a:pPr lvl="0"/>
            <a:r>
              <a:rPr lang="en-US" dirty="0"/>
              <a:t>Click here to add affiliations</a:t>
            </a:r>
          </a:p>
        </p:txBody>
      </p:sp>
      <p:sp>
        <p:nvSpPr>
          <p:cNvPr id="85" name="Text Placeholder 76"/>
          <p:cNvSpPr>
            <a:spLocks noGrp="1"/>
          </p:cNvSpPr>
          <p:nvPr>
            <p:ph type="body" sz="quarter" idx="151" hasCustomPrompt="1"/>
          </p:nvPr>
        </p:nvSpPr>
        <p:spPr>
          <a:xfrm>
            <a:off x="4101963" y="2197726"/>
            <a:ext cx="22093415" cy="1376139"/>
          </a:xfrm>
          <a:prstGeom prst="rect">
            <a:avLst/>
          </a:prstGeom>
        </p:spPr>
        <p:txBody>
          <a:bodyPr lIns="77349" tIns="38675" rIns="77349" bIns="38675" anchor="t" anchorCtr="1">
            <a:normAutofit/>
          </a:bodyPr>
          <a:lstStyle>
            <a:lvl1pPr marL="0" indent="0" algn="ctr">
              <a:buFontTx/>
              <a:buNone/>
              <a:defRPr sz="7200">
                <a:solidFill>
                  <a:schemeClr val="accent5">
                    <a:lumMod val="50000"/>
                  </a:schemeClr>
                </a:solidFill>
                <a:latin typeface="+mj-lt"/>
              </a:defRPr>
            </a:lvl1pPr>
            <a:lvl2pPr>
              <a:buFontTx/>
              <a:buNone/>
              <a:defRPr sz="6100"/>
            </a:lvl2pPr>
            <a:lvl3pPr>
              <a:buFontTx/>
              <a:buNone/>
              <a:defRPr sz="6100"/>
            </a:lvl3pPr>
            <a:lvl4pPr>
              <a:buFontTx/>
              <a:buNone/>
              <a:defRPr sz="6100"/>
            </a:lvl4pPr>
            <a:lvl5pPr>
              <a:buFontTx/>
              <a:buNone/>
              <a:defRPr sz="6100"/>
            </a:lvl5pPr>
          </a:lstStyle>
          <a:p>
            <a:pPr lvl="0"/>
            <a:r>
              <a:rPr lang="en-US" dirty="0"/>
              <a:t>Click here to add authors</a:t>
            </a:r>
          </a:p>
        </p:txBody>
      </p:sp>
      <p:sp>
        <p:nvSpPr>
          <p:cNvPr id="86" name="Text Placeholder 76"/>
          <p:cNvSpPr>
            <a:spLocks noGrp="1"/>
          </p:cNvSpPr>
          <p:nvPr>
            <p:ph type="body" sz="quarter" idx="178" hasCustomPrompt="1"/>
          </p:nvPr>
        </p:nvSpPr>
        <p:spPr>
          <a:xfrm>
            <a:off x="4090899" y="355780"/>
            <a:ext cx="22093415" cy="1692719"/>
          </a:xfrm>
          <a:prstGeom prst="rect">
            <a:avLst/>
          </a:prstGeom>
        </p:spPr>
        <p:txBody>
          <a:bodyPr lIns="77349" tIns="38675" rIns="77349" bIns="38675" anchor="t" anchorCtr="1">
            <a:normAutofit/>
          </a:bodyPr>
          <a:lstStyle>
            <a:lvl1pPr marL="0" indent="0" algn="ctr">
              <a:buFontTx/>
              <a:buNone/>
              <a:defRPr sz="9600" b="1">
                <a:solidFill>
                  <a:schemeClr val="accent5">
                    <a:lumMod val="50000"/>
                  </a:schemeClr>
                </a:solidFill>
                <a:latin typeface="+mj-lt"/>
              </a:defRPr>
            </a:lvl1pPr>
            <a:lvl2pPr>
              <a:buFontTx/>
              <a:buNone/>
              <a:defRPr sz="6100"/>
            </a:lvl2pPr>
            <a:lvl3pPr>
              <a:buFontTx/>
              <a:buNone/>
              <a:defRPr sz="6100"/>
            </a:lvl3pPr>
            <a:lvl4pPr>
              <a:buFontTx/>
              <a:buNone/>
              <a:defRPr sz="6100"/>
            </a:lvl4pPr>
            <a:lvl5pPr>
              <a:buFontTx/>
              <a:buNone/>
              <a:defRPr sz="6100"/>
            </a:lvl5pPr>
          </a:lstStyle>
          <a:p>
            <a:pPr lvl="0"/>
            <a:r>
              <a:rPr lang="en-US" dirty="0"/>
              <a:t>Click here to add title</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png"/><Relationship Id="rId7" Type="http://schemas.openxmlformats.org/officeDocument/2006/relationships/hyperlink" Target="https://www.posterpresentations.com/how-to-change-the-research-poster-template-colors.html" TargetMode="External"/><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6.png"/></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png"/><Relationship Id="rId7" Type="http://schemas.openxmlformats.org/officeDocument/2006/relationships/hyperlink" Target="https://www.posterpresentations.com/how-to-change-the-research-poster-template-colors.html" TargetMode="External"/><Relationship Id="rId2" Type="http://schemas.openxmlformats.org/officeDocument/2006/relationships/theme" Target="../theme/theme2.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6.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3" name="Rectangle 42"/>
          <p:cNvSpPr/>
          <p:nvPr userDrawn="1"/>
        </p:nvSpPr>
        <p:spPr>
          <a:xfrm rot="10800000">
            <a:off x="0" y="41761145"/>
            <a:ext cx="30275213" cy="1042617"/>
          </a:xfrm>
          <a:prstGeom prst="rect">
            <a:avLst/>
          </a:prstGeom>
          <a:gradFill flip="none" rotWithShape="1">
            <a:gsLst>
              <a:gs pos="0">
                <a:schemeClr val="accent1">
                  <a:tint val="66000"/>
                  <a:satMod val="160000"/>
                </a:schemeClr>
              </a:gs>
              <a:gs pos="100000">
                <a:schemeClr val="bg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 Box 14"/>
          <p:cNvSpPr txBox="1">
            <a:spLocks noChangeArrowheads="1"/>
          </p:cNvSpPr>
          <p:nvPr/>
        </p:nvSpPr>
        <p:spPr bwMode="auto">
          <a:xfrm>
            <a:off x="1538296" y="41989161"/>
            <a:ext cx="2234591" cy="322029"/>
          </a:xfrm>
          <a:prstGeom prst="rect">
            <a:avLst/>
          </a:prstGeom>
          <a:noFill/>
          <a:ln w="9525">
            <a:noFill/>
            <a:miter lim="800000"/>
            <a:headEnd/>
            <a:tailEnd/>
          </a:ln>
          <a:effectLst/>
        </p:spPr>
        <p:txBody>
          <a:bodyPr wrap="square" lIns="89381" tIns="44682" rIns="89381" bIns="44682">
            <a:spAutoFit/>
          </a:bodyPr>
          <a:lstStyle/>
          <a:p>
            <a:pPr eaLnBrk="0" hangingPunct="0">
              <a:lnSpc>
                <a:spcPct val="65000"/>
              </a:lnSpc>
              <a:spcBef>
                <a:spcPct val="50000"/>
              </a:spcBef>
              <a:defRPr/>
            </a:pPr>
            <a:r>
              <a:rPr lang="en-US" sz="500" b="1" dirty="0">
                <a:solidFill>
                  <a:schemeClr val="bg1">
                    <a:lumMod val="75000"/>
                  </a:schemeClr>
                </a:solidFill>
                <a:latin typeface="Arial" charset="0"/>
              </a:rPr>
              <a:t>RESEARCH POSTER PRESENTATION DESIGN © 2019</a:t>
            </a:r>
          </a:p>
          <a:p>
            <a:pPr eaLnBrk="0" hangingPunct="0">
              <a:lnSpc>
                <a:spcPct val="65000"/>
              </a:lnSpc>
              <a:spcBef>
                <a:spcPct val="50000"/>
              </a:spcBef>
              <a:defRPr/>
            </a:pPr>
            <a:r>
              <a:rPr lang="en-US" sz="1000" b="1" dirty="0">
                <a:solidFill>
                  <a:schemeClr val="bg1">
                    <a:lumMod val="75000"/>
                  </a:schemeClr>
                </a:solidFill>
                <a:latin typeface="Arial" charset="0"/>
              </a:rPr>
              <a:t>www.PosterPresentations.com</a:t>
            </a:r>
          </a:p>
        </p:txBody>
      </p:sp>
      <p:sp>
        <p:nvSpPr>
          <p:cNvPr id="36" name="Rectangle 35"/>
          <p:cNvSpPr/>
          <p:nvPr userDrawn="1"/>
        </p:nvSpPr>
        <p:spPr>
          <a:xfrm>
            <a:off x="0" y="-3789"/>
            <a:ext cx="30275213" cy="1042617"/>
          </a:xfrm>
          <a:prstGeom prst="rect">
            <a:avLst/>
          </a:prstGeom>
          <a:gradFill flip="none" rotWithShape="1">
            <a:gsLst>
              <a:gs pos="0">
                <a:schemeClr val="accent1">
                  <a:tint val="66000"/>
                  <a:satMod val="160000"/>
                </a:schemeClr>
              </a:gs>
              <a:gs pos="100000">
                <a:schemeClr val="bg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p:cNvSpPr/>
          <p:nvPr userDrawn="1"/>
        </p:nvSpPr>
        <p:spPr>
          <a:xfrm>
            <a:off x="6096" y="5752939"/>
            <a:ext cx="30269117" cy="274521"/>
          </a:xfrm>
          <a:prstGeom prst="rect">
            <a:avLst/>
          </a:prstGeom>
          <a:gradFill>
            <a:gsLst>
              <a:gs pos="100000">
                <a:srgbClr val="DAE9F6"/>
              </a:gs>
              <a:gs pos="0">
                <a:schemeClr val="accent1">
                  <a:tint val="66000"/>
                  <a:satMod val="160000"/>
                </a:schemeClr>
              </a:gs>
              <a:gs pos="51000">
                <a:schemeClr val="bg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ounded Rectangle 43"/>
          <p:cNvSpPr/>
          <p:nvPr userDrawn="1"/>
        </p:nvSpPr>
        <p:spPr>
          <a:xfrm>
            <a:off x="634514" y="6446520"/>
            <a:ext cx="14291153" cy="11602905"/>
          </a:xfrm>
          <a:prstGeom prst="roundRect">
            <a:avLst>
              <a:gd name="adj" fmla="val 1956"/>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ounded Rectangle 63"/>
          <p:cNvSpPr/>
          <p:nvPr userDrawn="1"/>
        </p:nvSpPr>
        <p:spPr>
          <a:xfrm>
            <a:off x="15327085" y="6446521"/>
            <a:ext cx="14291153" cy="31357187"/>
          </a:xfrm>
          <a:prstGeom prst="roundRect">
            <a:avLst>
              <a:gd name="adj" fmla="val 1956"/>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0" name="Table 39">
            <a:extLst>
              <a:ext uri="{FF2B5EF4-FFF2-40B4-BE49-F238E27FC236}">
                <a16:creationId xmlns:a16="http://schemas.microsoft.com/office/drawing/2014/main" id="{9FC7FE6C-102A-2E4D-BFB5-4E8DC6125BB1}"/>
              </a:ext>
            </a:extLst>
          </p:cNvPr>
          <p:cNvGraphicFramePr>
            <a:graphicFrameLocks noGrp="1"/>
          </p:cNvGraphicFramePr>
          <p:nvPr userDrawn="1">
            <p:extLst>
              <p:ext uri="{D42A27DB-BD31-4B8C-83A1-F6EECF244321}">
                <p14:modId xmlns:p14="http://schemas.microsoft.com/office/powerpoint/2010/main" val="1482354703"/>
              </p:ext>
            </p:extLst>
          </p:nvPr>
        </p:nvGraphicFramePr>
        <p:xfrm>
          <a:off x="-13167360" y="34253"/>
          <a:ext cx="12558753" cy="42958254"/>
        </p:xfrm>
        <a:graphic>
          <a:graphicData uri="http://schemas.openxmlformats.org/drawingml/2006/table">
            <a:tbl>
              <a:tblPr firstRow="1" bandRow="1">
                <a:tableStyleId>{5C22544A-7EE6-4342-B048-85BDC9FD1C3A}</a:tableStyleId>
              </a:tblPr>
              <a:tblGrid>
                <a:gridCol w="5385092">
                  <a:extLst>
                    <a:ext uri="{9D8B030D-6E8A-4147-A177-3AD203B41FA5}">
                      <a16:colId xmlns:a16="http://schemas.microsoft.com/office/drawing/2014/main" val="20000"/>
                    </a:ext>
                  </a:extLst>
                </a:gridCol>
                <a:gridCol w="7173661">
                  <a:extLst>
                    <a:ext uri="{9D8B030D-6E8A-4147-A177-3AD203B41FA5}">
                      <a16:colId xmlns:a16="http://schemas.microsoft.com/office/drawing/2014/main" val="20001"/>
                    </a:ext>
                  </a:extLst>
                </a:gridCol>
              </a:tblGrid>
              <a:tr h="1655765">
                <a:tc gridSpan="2">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4400" b="0" spc="600" dirty="0">
                          <a:solidFill>
                            <a:srgbClr val="1F3A4E"/>
                          </a:solidFill>
                          <a:latin typeface="Arial Black" panose="020B0A04020102020204" pitchFamily="34" charset="0"/>
                        </a:rPr>
                        <a:t>QUICK START GUIDE</a:t>
                      </a:r>
                      <a:br>
                        <a:rPr lang="en-US" sz="4400" b="0" spc="600" dirty="0">
                          <a:solidFill>
                            <a:srgbClr val="1F3A4E"/>
                          </a:solidFill>
                          <a:latin typeface="Arial Black" panose="020B0A04020102020204" pitchFamily="34" charset="0"/>
                        </a:rPr>
                      </a:br>
                      <a:r>
                        <a:rPr lang="en-US" sz="3600" b="1" spc="0" dirty="0">
                          <a:solidFill>
                            <a:srgbClr val="FF0000"/>
                          </a:solidFill>
                          <a:latin typeface="Trebuchet MS" pitchFamily="34" charset="0"/>
                        </a:rPr>
                        <a:t>(THIS SIDEBAR WILL NOT PRINT)</a:t>
                      </a:r>
                      <a:endParaRPr lang="en-US" sz="4400" b="1" spc="600" dirty="0">
                        <a:solidFill>
                          <a:schemeClr val="bg1"/>
                        </a:solidFill>
                        <a:latin typeface="Trebuchet MS" pitchFamily="34" charset="0"/>
                      </a:endParaRPr>
                    </a:p>
                  </a:txBody>
                  <a:tcPr marL="182880" marT="137160">
                    <a:solidFill>
                      <a:srgbClr val="FFC000"/>
                    </a:solidFill>
                  </a:tcPr>
                </a:tc>
                <a:tc hMerge="1">
                  <a:txBody>
                    <a:bodyPr/>
                    <a:lstStyle/>
                    <a:p>
                      <a:endParaRPr lang="en-US" dirty="0"/>
                    </a:p>
                  </a:txBody>
                  <a:tcPr/>
                </a:tc>
                <a:extLst>
                  <a:ext uri="{0D108BD9-81ED-4DB2-BD59-A6C34878D82A}">
                    <a16:rowId xmlns:a16="http://schemas.microsoft.com/office/drawing/2014/main" val="10000"/>
                  </a:ext>
                </a:extLst>
              </a:tr>
              <a:tr h="5089937">
                <a:tc gridSpan="2">
                  <a:txBody>
                    <a:bodyPr/>
                    <a:lstStyle/>
                    <a:p>
                      <a:pPr defTabSz="3765639"/>
                      <a:r>
                        <a:rPr lang="en-US" sz="2800" i="0" dirty="0">
                          <a:solidFill>
                            <a:srgbClr val="D9D9D9"/>
                          </a:solidFill>
                          <a:latin typeface="Arial"/>
                          <a:cs typeface="Arial"/>
                        </a:rPr>
                        <a:t>This PowerPoint template produces a </a:t>
                      </a:r>
                      <a:r>
                        <a:rPr lang="en-US" sz="2800" i="0" dirty="0">
                          <a:solidFill>
                            <a:srgbClr val="FFC000"/>
                          </a:solidFill>
                          <a:latin typeface="Arial"/>
                          <a:cs typeface="Arial"/>
                        </a:rPr>
                        <a:t>A0 </a:t>
                      </a:r>
                      <a:r>
                        <a:rPr lang="en-US" sz="2800" i="0" dirty="0">
                          <a:solidFill>
                            <a:srgbClr val="D9D9D9"/>
                          </a:solidFill>
                          <a:latin typeface="Arial"/>
                          <a:cs typeface="Arial"/>
                        </a:rPr>
                        <a:t>presentation poster. You can use it to create your research poster by placing your title, subtitle, text, tables, charts and photos. </a:t>
                      </a:r>
                    </a:p>
                    <a:p>
                      <a:pPr defTabSz="3765639"/>
                      <a:endParaRPr lang="en-US" sz="2800" i="0" dirty="0">
                        <a:solidFill>
                          <a:srgbClr val="D9D9D9"/>
                        </a:solidFill>
                        <a:latin typeface="Arial"/>
                        <a:cs typeface="Arial"/>
                      </a:endParaRPr>
                    </a:p>
                    <a:p>
                      <a:pPr defTabSz="3765639"/>
                      <a:r>
                        <a:rPr lang="en-US" sz="2800" i="0" dirty="0">
                          <a:solidFill>
                            <a:srgbClr val="D9D9D9"/>
                          </a:solidFill>
                          <a:latin typeface="Arial"/>
                          <a:cs typeface="Arial"/>
                        </a:rPr>
                        <a:t>We provide a series of online tutorials that will guide you through the poster design process and answer your poster production questions. For complete template tutorials, go online to </a:t>
                      </a:r>
                      <a:r>
                        <a:rPr lang="en-US" sz="2800" i="0" dirty="0" err="1">
                          <a:solidFill>
                            <a:srgbClr val="FFC000"/>
                          </a:solidFill>
                          <a:latin typeface="Arial"/>
                          <a:cs typeface="Arial"/>
                        </a:rPr>
                        <a:t>PosterPresentations.com</a:t>
                      </a:r>
                      <a:r>
                        <a:rPr lang="en-US" sz="2800" i="0" dirty="0">
                          <a:solidFill>
                            <a:srgbClr val="D9D9D9"/>
                          </a:solidFill>
                          <a:latin typeface="Arial"/>
                          <a:cs typeface="Arial"/>
                        </a:rPr>
                        <a:t> and click on the  </a:t>
                      </a:r>
                      <a:r>
                        <a:rPr lang="en-US" sz="2800" i="0" dirty="0">
                          <a:solidFill>
                            <a:srgbClr val="FFC000"/>
                          </a:solidFill>
                          <a:latin typeface="Arial"/>
                          <a:cs typeface="Arial"/>
                        </a:rPr>
                        <a:t>HELP DESK</a:t>
                      </a:r>
                      <a:r>
                        <a:rPr lang="en-US" sz="2800" i="0" baseline="0" dirty="0">
                          <a:solidFill>
                            <a:srgbClr val="D9D9D9"/>
                          </a:solidFill>
                          <a:latin typeface="Arial"/>
                          <a:cs typeface="Arial"/>
                        </a:rPr>
                        <a:t> </a:t>
                      </a:r>
                      <a:r>
                        <a:rPr lang="en-US" sz="2800" i="0" dirty="0">
                          <a:solidFill>
                            <a:srgbClr val="D9D9D9"/>
                          </a:solidFill>
                          <a:latin typeface="Arial"/>
                          <a:cs typeface="Arial"/>
                        </a:rPr>
                        <a:t>tab.</a:t>
                      </a:r>
                    </a:p>
                    <a:p>
                      <a:pPr defTabSz="3765639"/>
                      <a:endParaRPr lang="en-US" sz="2800" i="0" dirty="0">
                        <a:solidFill>
                          <a:srgbClr val="D9D9D9"/>
                        </a:solidFill>
                        <a:latin typeface="Arial"/>
                        <a:cs typeface="Arial"/>
                      </a:endParaRPr>
                    </a:p>
                    <a:p>
                      <a:pPr defTabSz="3765639"/>
                      <a:r>
                        <a:rPr lang="en-US" sz="2800" i="0" dirty="0">
                          <a:solidFill>
                            <a:srgbClr val="D9D9D9"/>
                          </a:solidFill>
                          <a:latin typeface="Arial"/>
                          <a:cs typeface="Arial"/>
                        </a:rPr>
                        <a:t>To print your poster using our same-day professional printing service, go online to </a:t>
                      </a:r>
                      <a:r>
                        <a:rPr lang="en-US" sz="2800" i="0" dirty="0" err="1">
                          <a:solidFill>
                            <a:srgbClr val="FFC000"/>
                          </a:solidFill>
                          <a:latin typeface="Arial"/>
                          <a:cs typeface="Arial"/>
                        </a:rPr>
                        <a:t>PosterPresentations.com</a:t>
                      </a:r>
                      <a:r>
                        <a:rPr lang="en-US" sz="2800" i="0" dirty="0">
                          <a:solidFill>
                            <a:srgbClr val="D9D9D9"/>
                          </a:solidFill>
                          <a:latin typeface="Arial"/>
                          <a:cs typeface="Arial"/>
                        </a:rPr>
                        <a:t> and click on "</a:t>
                      </a:r>
                      <a:r>
                        <a:rPr lang="en-US" sz="2800" i="0" dirty="0">
                          <a:solidFill>
                            <a:srgbClr val="FFC000"/>
                          </a:solidFill>
                          <a:latin typeface="Arial"/>
                          <a:cs typeface="Arial"/>
                        </a:rPr>
                        <a:t>Order your poster</a:t>
                      </a:r>
                      <a:r>
                        <a:rPr lang="en-US" sz="2800" i="0" dirty="0">
                          <a:solidFill>
                            <a:srgbClr val="D9D9D9"/>
                          </a:solidFill>
                          <a:latin typeface="Arial"/>
                          <a:cs typeface="Arial"/>
                        </a:rPr>
                        <a:t>".</a:t>
                      </a:r>
                      <a:endParaRPr lang="en-US" sz="2800" b="1" dirty="0">
                        <a:solidFill>
                          <a:srgbClr val="D9D9D9"/>
                        </a:solidFill>
                        <a:latin typeface="Arial"/>
                        <a:cs typeface="Arial"/>
                      </a:endParaRPr>
                    </a:p>
                  </a:txBody>
                  <a:tcPr marL="182880" marT="137160">
                    <a:solidFill>
                      <a:srgbClr val="010101"/>
                    </a:solidFill>
                  </a:tcPr>
                </a:tc>
                <a:tc hMerge="1">
                  <a:txBody>
                    <a:bodyPr/>
                    <a:lstStyle/>
                    <a:p>
                      <a:pPr marL="0" indent="0" algn="l" defTabSz="114300"/>
                      <a:endParaRPr lang="en-US" sz="2400" b="0" baseline="0" dirty="0">
                        <a:solidFill>
                          <a:srgbClr val="FFC000"/>
                        </a:solidFill>
                        <a:latin typeface="Arial" panose="020B0604020202020204" pitchFamily="34" charset="0"/>
                        <a:cs typeface="Arial" panose="020B0604020202020204" pitchFamily="34" charset="0"/>
                      </a:endParaRPr>
                    </a:p>
                  </a:txBody>
                  <a:tcPr>
                    <a:solidFill>
                      <a:schemeClr val="tx1">
                        <a:lumMod val="95000"/>
                        <a:lumOff val="5000"/>
                      </a:schemeClr>
                    </a:solidFill>
                  </a:tcPr>
                </a:tc>
                <a:extLst>
                  <a:ext uri="{0D108BD9-81ED-4DB2-BD59-A6C34878D82A}">
                    <a16:rowId xmlns:a16="http://schemas.microsoft.com/office/drawing/2014/main" val="677555919"/>
                  </a:ext>
                </a:extLst>
              </a:tr>
              <a:tr h="6071131">
                <a:tc>
                  <a:txBody>
                    <a:bodyPr/>
                    <a:lstStyle/>
                    <a:p>
                      <a:pPr algn="ctr"/>
                      <a:endParaRPr lang="en-US" sz="2800" dirty="0">
                        <a:solidFill>
                          <a:srgbClr val="1F3A4E"/>
                        </a:solidFill>
                      </a:endParaRPr>
                    </a:p>
                    <a:p>
                      <a:pPr algn="ctr"/>
                      <a:endParaRPr lang="en-US" sz="2800" dirty="0">
                        <a:solidFill>
                          <a:srgbClr val="1F3A4E"/>
                        </a:solidFill>
                      </a:endParaRPr>
                    </a:p>
                    <a:p>
                      <a:pPr algn="ctr"/>
                      <a:r>
                        <a:rPr lang="en-US" sz="2800" dirty="0">
                          <a:solidFill>
                            <a:schemeClr val="bg1"/>
                          </a:solidFill>
                          <a:latin typeface="Arial" panose="020B0604020202020204" pitchFamily="34" charset="0"/>
                          <a:cs typeface="Arial" panose="020B0604020202020204" pitchFamily="34" charset="0"/>
                        </a:rPr>
                        <a:t>This is a template for a</a:t>
                      </a:r>
                    </a:p>
                    <a:p>
                      <a:pPr algn="ctr"/>
                      <a:r>
                        <a:rPr lang="en-US" sz="2800" dirty="0">
                          <a:solidFill>
                            <a:schemeClr val="bg1"/>
                          </a:solidFill>
                          <a:latin typeface="Arial" panose="020B0604020202020204" pitchFamily="34" charset="0"/>
                          <a:cs typeface="Arial" panose="020B0604020202020204" pitchFamily="34" charset="0"/>
                        </a:rPr>
                        <a:t>presentation poster </a:t>
                      </a:r>
                      <a:br>
                        <a:rPr lang="en-US" sz="2800" dirty="0">
                          <a:solidFill>
                            <a:schemeClr val="bg1"/>
                          </a:solidFill>
                          <a:latin typeface="Arial" panose="020B0604020202020204" pitchFamily="34" charset="0"/>
                          <a:cs typeface="Arial" panose="020B0604020202020204" pitchFamily="34" charset="0"/>
                        </a:rPr>
                      </a:br>
                      <a:r>
                        <a:rPr lang="en-US" sz="4400" b="1" dirty="0">
                          <a:solidFill>
                            <a:srgbClr val="FFC000"/>
                          </a:solidFill>
                          <a:latin typeface="Arial" panose="020B0604020202020204" pitchFamily="34" charset="0"/>
                          <a:cs typeface="Arial" panose="020B0604020202020204" pitchFamily="34" charset="0"/>
                        </a:rPr>
                        <a:t>A0</a:t>
                      </a:r>
                    </a:p>
                    <a:p>
                      <a:pPr marL="0" marR="0" indent="0" algn="ctr" defTabSz="5381713" rtl="0" eaLnBrk="1" fontAlgn="auto" latinLnBrk="0" hangingPunct="1">
                        <a:lnSpc>
                          <a:spcPct val="100000"/>
                        </a:lnSpc>
                        <a:spcBef>
                          <a:spcPts val="0"/>
                        </a:spcBef>
                        <a:spcAft>
                          <a:spcPts val="0"/>
                        </a:spcAft>
                        <a:buClrTx/>
                        <a:buSzTx/>
                        <a:buFontTx/>
                        <a:buNone/>
                        <a:tabLst/>
                        <a:defRPr/>
                      </a:pPr>
                      <a:r>
                        <a:rPr lang="en-US" sz="2800" dirty="0">
                          <a:solidFill>
                            <a:srgbClr val="FFC000"/>
                          </a:solidFill>
                          <a:latin typeface="Arial" panose="020B0604020202020204" pitchFamily="34" charset="0"/>
                          <a:cs typeface="Arial" panose="020B0604020202020204" pitchFamily="34" charset="0"/>
                        </a:rPr>
                        <a:t>(841mm x 1189mm)</a:t>
                      </a:r>
                    </a:p>
                    <a:p>
                      <a:pPr marL="0" marR="0" indent="0" algn="ctr" defTabSz="5381713" rtl="0" eaLnBrk="1" fontAlgn="auto" latinLnBrk="0" hangingPunct="1">
                        <a:lnSpc>
                          <a:spcPct val="100000"/>
                        </a:lnSpc>
                        <a:spcBef>
                          <a:spcPts val="0"/>
                        </a:spcBef>
                        <a:spcAft>
                          <a:spcPts val="0"/>
                        </a:spcAft>
                        <a:buClrTx/>
                        <a:buSzTx/>
                        <a:buFontTx/>
                        <a:buNone/>
                        <a:tabLst/>
                        <a:defRPr/>
                      </a:pPr>
                      <a:r>
                        <a:rPr lang="en-US" sz="2800" dirty="0">
                          <a:solidFill>
                            <a:srgbClr val="FFC000"/>
                          </a:solidFill>
                          <a:latin typeface="Arial" panose="020B0604020202020204" pitchFamily="34" charset="0"/>
                          <a:cs typeface="Arial" panose="020B0604020202020204" pitchFamily="34" charset="0"/>
                        </a:rPr>
                        <a:t>(33.11 x 46.81 inches)</a:t>
                      </a:r>
                      <a:br>
                        <a:rPr lang="en-US" sz="2800" dirty="0">
                          <a:solidFill>
                            <a:schemeClr val="bg1"/>
                          </a:solidFill>
                          <a:latin typeface="Arial" panose="020B0604020202020204" pitchFamily="34" charset="0"/>
                          <a:cs typeface="Arial" panose="020B0604020202020204" pitchFamily="34" charset="0"/>
                        </a:rPr>
                      </a:br>
                      <a:endParaRPr lang="en-US" sz="2800" dirty="0">
                        <a:solidFill>
                          <a:srgbClr val="1F3A4E"/>
                        </a:solidFill>
                      </a:endParaRPr>
                    </a:p>
                  </a:txBody>
                  <a:tcPr>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3200" b="1" baseline="0" dirty="0">
                          <a:solidFill>
                            <a:srgbClr val="FFC000"/>
                          </a:solidFill>
                          <a:latin typeface="Arial" panose="020B0604020202020204" pitchFamily="34" charset="0"/>
                          <a:cs typeface="Arial" panose="020B0604020202020204" pitchFamily="34" charset="0"/>
                        </a:rPr>
                        <a:t>Important: Check the template size</a:t>
                      </a:r>
                      <a:br>
                        <a:rPr lang="en-US" sz="2800" b="0" baseline="0" dirty="0">
                          <a:solidFill>
                            <a:srgbClr val="FFC000"/>
                          </a:solidFill>
                          <a:latin typeface="Arial" panose="020B0604020202020204" pitchFamily="34" charset="0"/>
                          <a:cs typeface="Arial" panose="020B0604020202020204" pitchFamily="34" charset="0"/>
                        </a:rPr>
                      </a:br>
                      <a:r>
                        <a:rPr lang="en-US" sz="2800" b="0" baseline="0" dirty="0">
                          <a:solidFill>
                            <a:srgbClr val="D9D9D9"/>
                          </a:solidFill>
                          <a:latin typeface="Arial" panose="020B0604020202020204" pitchFamily="34" charset="0"/>
                          <a:cs typeface="Arial" panose="020B0604020202020204" pitchFamily="34" charset="0"/>
                        </a:rPr>
                        <a:t>Before you start working on your poster and to avoid printing problems check that you have downloaded and that you are using the correct size template for your poster presentation.</a:t>
                      </a:r>
                      <a:br>
                        <a:rPr lang="en-US" sz="2800" b="0" baseline="0" dirty="0">
                          <a:solidFill>
                            <a:srgbClr val="D9D9D9"/>
                          </a:solidFill>
                          <a:latin typeface="Arial" panose="020B0604020202020204" pitchFamily="34" charset="0"/>
                          <a:cs typeface="Arial" panose="020B0604020202020204" pitchFamily="34" charset="0"/>
                        </a:rPr>
                      </a:br>
                      <a:endParaRPr lang="en-US" sz="2800" b="0" baseline="0" dirty="0">
                        <a:solidFill>
                          <a:srgbClr val="FFC000"/>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8"/>
                  </a:ext>
                </a:extLst>
              </a:tr>
              <a:tr h="4613954">
                <a:tc>
                  <a:txBody>
                    <a:bodyPr/>
                    <a:lstStyle/>
                    <a:p>
                      <a:endParaRPr lang="en-US" sz="2800" dirty="0">
                        <a:solidFill>
                          <a:srgbClr val="1F3A4E"/>
                        </a:solidFill>
                      </a:endParaRPr>
                    </a:p>
                  </a:txBody>
                  <a:tcPr>
                    <a:blipFill rotWithShape="1">
                      <a:blip r:embed="rId3"/>
                      <a:stretch>
                        <a:fillRect/>
                      </a:stretch>
                    </a:blipFill>
                  </a:tcPr>
                </a:tc>
                <a:tc>
                  <a:txBody>
                    <a:bodyPr/>
                    <a:lstStyle/>
                    <a:p>
                      <a:pPr algn="l"/>
                      <a:r>
                        <a:rPr lang="en-US" sz="3200" b="1" baseline="0" dirty="0">
                          <a:solidFill>
                            <a:srgbClr val="FFC000"/>
                          </a:solidFill>
                          <a:latin typeface="Arial" panose="020B0604020202020204" pitchFamily="34" charset="0"/>
                          <a:cs typeface="Arial" panose="020B0604020202020204" pitchFamily="34" charset="0"/>
                        </a:rPr>
                        <a:t>How to </a:t>
                      </a:r>
                      <a:r>
                        <a:rPr lang="en-US" sz="4800" b="1" baseline="0" dirty="0">
                          <a:solidFill>
                            <a:srgbClr val="FFC000"/>
                          </a:solidFill>
                          <a:latin typeface="Arial" panose="020B0604020202020204" pitchFamily="34" charset="0"/>
                          <a:cs typeface="Arial" panose="020B0604020202020204" pitchFamily="34" charset="0"/>
                        </a:rPr>
                        <a:t>Zoom in </a:t>
                      </a:r>
                      <a:r>
                        <a:rPr lang="en-US" sz="3200" b="1" baseline="0" dirty="0">
                          <a:solidFill>
                            <a:srgbClr val="FFC000"/>
                          </a:solidFill>
                          <a:latin typeface="Arial" panose="020B0604020202020204" pitchFamily="34" charset="0"/>
                          <a:cs typeface="Arial" panose="020B0604020202020204" pitchFamily="34" charset="0"/>
                        </a:rPr>
                        <a:t>and </a:t>
                      </a:r>
                      <a:r>
                        <a:rPr lang="en-US" sz="2400" b="1" baseline="0" dirty="0">
                          <a:solidFill>
                            <a:srgbClr val="FFC000"/>
                          </a:solidFill>
                          <a:latin typeface="Arial" panose="020B0604020202020204" pitchFamily="34" charset="0"/>
                          <a:cs typeface="Arial" panose="020B0604020202020204" pitchFamily="34" charset="0"/>
                        </a:rPr>
                        <a:t>out</a:t>
                      </a:r>
                      <a:endParaRPr lang="en-US" sz="3200" b="1" baseline="0" dirty="0">
                        <a:solidFill>
                          <a:srgbClr val="FFC000"/>
                        </a:solidFill>
                        <a:latin typeface="Arial" panose="020B0604020202020204" pitchFamily="34" charset="0"/>
                        <a:cs typeface="Arial" panose="020B0604020202020204" pitchFamily="34" charset="0"/>
                      </a:endParaRPr>
                    </a:p>
                    <a:p>
                      <a:pPr algn="l"/>
                      <a:r>
                        <a:rPr lang="en-US" sz="2800" b="0" baseline="0" dirty="0">
                          <a:solidFill>
                            <a:srgbClr val="D9D9D9"/>
                          </a:solidFill>
                          <a:latin typeface="Arial" panose="020B0604020202020204" pitchFamily="34" charset="0"/>
                          <a:cs typeface="Arial" panose="020B0604020202020204" pitchFamily="34" charset="0"/>
                        </a:rPr>
                        <a:t>Use the PowerPoint zoom tool to adjust the screen magnification to view comfortably. PowerPoint provides 2 ways to zoom: </a:t>
                      </a:r>
                      <a:br>
                        <a:rPr lang="en-US" sz="2800" b="0" baseline="0" dirty="0">
                          <a:solidFill>
                            <a:srgbClr val="D9D9D9"/>
                          </a:solidFill>
                          <a:latin typeface="Arial" panose="020B0604020202020204" pitchFamily="34" charset="0"/>
                          <a:cs typeface="Arial" panose="020B0604020202020204" pitchFamily="34" charset="0"/>
                        </a:rPr>
                      </a:br>
                      <a:r>
                        <a:rPr lang="en-US" sz="2800" b="0" baseline="0" dirty="0">
                          <a:solidFill>
                            <a:srgbClr val="FFC000"/>
                          </a:solidFill>
                          <a:latin typeface="Arial" panose="020B0604020202020204" pitchFamily="34" charset="0"/>
                          <a:cs typeface="Arial" panose="020B0604020202020204" pitchFamily="34" charset="0"/>
                        </a:rPr>
                        <a:t>1. </a:t>
                      </a:r>
                      <a:r>
                        <a:rPr lang="en-US" sz="2800" b="0" baseline="0" dirty="0">
                          <a:solidFill>
                            <a:srgbClr val="D9D9D9"/>
                          </a:solidFill>
                          <a:latin typeface="Arial" panose="020B0604020202020204" pitchFamily="34" charset="0"/>
                          <a:cs typeface="Arial" panose="020B0604020202020204" pitchFamily="34" charset="0"/>
                        </a:rPr>
                        <a:t>On the top menu bar click on the VIEW tab and then click on ZOOM. Choose the zoom percentage that works best for you. </a:t>
                      </a:r>
                      <a:br>
                        <a:rPr lang="en-US" sz="2800" b="0" baseline="0" dirty="0">
                          <a:solidFill>
                            <a:srgbClr val="D9D9D9"/>
                          </a:solidFill>
                          <a:latin typeface="Arial" panose="020B0604020202020204" pitchFamily="34" charset="0"/>
                          <a:cs typeface="Arial" panose="020B0604020202020204" pitchFamily="34" charset="0"/>
                        </a:rPr>
                      </a:br>
                      <a:r>
                        <a:rPr lang="en-US" sz="2800" b="0" baseline="0" dirty="0">
                          <a:solidFill>
                            <a:srgbClr val="FFC000"/>
                          </a:solidFill>
                          <a:latin typeface="Arial" panose="020B0604020202020204" pitchFamily="34" charset="0"/>
                          <a:cs typeface="Arial" panose="020B0604020202020204" pitchFamily="34" charset="0"/>
                        </a:rPr>
                        <a:t>2. </a:t>
                      </a:r>
                      <a:r>
                        <a:rPr lang="en-US" sz="2800" b="0" baseline="0" dirty="0">
                          <a:solidFill>
                            <a:srgbClr val="D9D9D9"/>
                          </a:solidFill>
                          <a:latin typeface="Arial" panose="020B0604020202020204" pitchFamily="34" charset="0"/>
                          <a:cs typeface="Arial" panose="020B0604020202020204" pitchFamily="34" charset="0"/>
                        </a:rPr>
                        <a:t>For better zoom flexibility, use the zoom slider at the bottom right of the window.</a:t>
                      </a:r>
                    </a:p>
                  </a:txBody>
                  <a:tcPr marL="182880" marT="137160">
                    <a:solidFill>
                      <a:srgbClr val="010101"/>
                    </a:solidFill>
                  </a:tcPr>
                </a:tc>
                <a:extLst>
                  <a:ext uri="{0D108BD9-81ED-4DB2-BD59-A6C34878D82A}">
                    <a16:rowId xmlns:a16="http://schemas.microsoft.com/office/drawing/2014/main" val="10001"/>
                  </a:ext>
                </a:extLst>
              </a:tr>
              <a:tr h="2820929">
                <a:tc gridSpan="2">
                  <a:txBody>
                    <a:bodyPr/>
                    <a:lstStyle/>
                    <a:p>
                      <a:pPr marL="0" marR="0" lvl="0" indent="0" algn="l" defTabSz="4388900" rtl="0" eaLnBrk="1" fontAlgn="auto" latinLnBrk="0" hangingPunct="1">
                        <a:lnSpc>
                          <a:spcPct val="100000"/>
                        </a:lnSpc>
                        <a:spcBef>
                          <a:spcPts val="0"/>
                        </a:spcBef>
                        <a:spcAft>
                          <a:spcPts val="0"/>
                        </a:spcAft>
                        <a:buClrTx/>
                        <a:buSzTx/>
                        <a:buFontTx/>
                        <a:buNone/>
                        <a:tabLst/>
                        <a:defRPr/>
                      </a:pPr>
                      <a:r>
                        <a:rPr lang="en-US" sz="3200" b="1" baseline="0" dirty="0">
                          <a:solidFill>
                            <a:srgbClr val="FFC000"/>
                          </a:solidFill>
                          <a:latin typeface="Arial" panose="020B0604020202020204" pitchFamily="34" charset="0"/>
                          <a:cs typeface="Arial" panose="020B0604020202020204" pitchFamily="34" charset="0"/>
                        </a:rPr>
                        <a:t>Ruler and Guides</a:t>
                      </a:r>
                      <a:br>
                        <a:rPr lang="en-US" sz="2800" b="0" baseline="0" dirty="0">
                          <a:solidFill>
                            <a:srgbClr val="FFC000"/>
                          </a:solidFill>
                          <a:latin typeface="Arial" panose="020B0604020202020204" pitchFamily="34" charset="0"/>
                          <a:cs typeface="Arial" panose="020B0604020202020204" pitchFamily="34" charset="0"/>
                        </a:rPr>
                      </a:br>
                      <a:r>
                        <a:rPr lang="en-US" sz="2800" b="0" baseline="0" dirty="0">
                          <a:solidFill>
                            <a:srgbClr val="D9D9D9"/>
                          </a:solidFill>
                          <a:latin typeface="Arial" panose="020B0604020202020204" pitchFamily="34" charset="0"/>
                          <a:cs typeface="Arial" panose="020B0604020202020204" pitchFamily="34" charset="0"/>
                        </a:rPr>
                        <a:t>The dotted lines on his poster template are guides.  The horizontal and vertical guides will help you align your poster elements accurately. Text boxes and other elements will ”snap” to the guides and stay within the boundaries of the columns. To hide the guides go to VIEW and uncheck the Guides box.</a:t>
                      </a:r>
                    </a:p>
                  </a:txBody>
                  <a:tcPr>
                    <a:solidFill>
                      <a:srgbClr val="010101"/>
                    </a:solidFill>
                  </a:tcPr>
                </a:tc>
                <a:tc hMerge="1">
                  <a:txBody>
                    <a:bodyPr/>
                    <a:lstStyle/>
                    <a:p>
                      <a:endParaRPr lang="en-US" sz="2400" b="0" baseline="0" dirty="0">
                        <a:solidFill>
                          <a:schemeClr val="bg1"/>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extLst>
                  <a:ext uri="{0D108BD9-81ED-4DB2-BD59-A6C34878D82A}">
                    <a16:rowId xmlns:a16="http://schemas.microsoft.com/office/drawing/2014/main" val="10002"/>
                  </a:ext>
                </a:extLst>
              </a:tr>
              <a:tr h="5580535">
                <a:tc>
                  <a:txBody>
                    <a:bodyPr/>
                    <a:lstStyle/>
                    <a:p>
                      <a:endParaRPr lang="en-US" sz="2800" dirty="0">
                        <a:solidFill>
                          <a:srgbClr val="1F3A4E"/>
                        </a:solidFill>
                      </a:endParaRPr>
                    </a:p>
                  </a:txBody>
                  <a:tcPr>
                    <a:blipFill rotWithShape="1">
                      <a:blip r:embed="rId4"/>
                      <a:stretch>
                        <a:fillRect/>
                      </a:stretch>
                    </a:blipFill>
                  </a:tcPr>
                </a:tc>
                <a:tc>
                  <a:txBody>
                    <a:bodyPr/>
                    <a:lstStyle/>
                    <a:p>
                      <a:pPr marL="0" lvl="1" indent="0" algn="l" defTabSz="114300"/>
                      <a:r>
                        <a:rPr lang="en-US" sz="3200" b="1" baseline="0" dirty="0">
                          <a:solidFill>
                            <a:srgbClr val="FFC000"/>
                          </a:solidFill>
                          <a:latin typeface="Arial" panose="020B0604020202020204" pitchFamily="34" charset="0"/>
                          <a:cs typeface="Arial" panose="020B0604020202020204" pitchFamily="34" charset="0"/>
                        </a:rPr>
                        <a:t>Headers and text containers</a:t>
                      </a:r>
                      <a:br>
                        <a:rPr lang="en-US" sz="2800" b="0" baseline="0" dirty="0">
                          <a:solidFill>
                            <a:schemeClr val="bg1"/>
                          </a:solidFill>
                          <a:latin typeface="Arial" panose="020B0604020202020204" pitchFamily="34" charset="0"/>
                          <a:cs typeface="Arial" panose="020B0604020202020204" pitchFamily="34" charset="0"/>
                        </a:rPr>
                      </a:br>
                      <a:r>
                        <a:rPr lang="en-US" sz="2800" b="0" baseline="0" dirty="0">
                          <a:solidFill>
                            <a:srgbClr val="D9D9D9"/>
                          </a:solidFill>
                          <a:latin typeface="Arial" panose="020B0604020202020204" pitchFamily="34" charset="0"/>
                          <a:cs typeface="Arial" panose="020B0604020202020204" pitchFamily="34" charset="0"/>
                        </a:rPr>
                        <a:t>Included in this template are commonly used section headers such as Abstract, Objectives, Methods, Results, etc. </a:t>
                      </a:r>
                      <a:br>
                        <a:rPr lang="en-US" sz="2800" b="0" baseline="0" dirty="0">
                          <a:solidFill>
                            <a:schemeClr val="bg1"/>
                          </a:solidFill>
                          <a:latin typeface="Arial" panose="020B0604020202020204" pitchFamily="34" charset="0"/>
                          <a:cs typeface="Arial" panose="020B0604020202020204" pitchFamily="34" charset="0"/>
                        </a:rPr>
                      </a:br>
                      <a:r>
                        <a:rPr lang="en-US" sz="2800" b="0" baseline="0" dirty="0">
                          <a:solidFill>
                            <a:srgbClr val="FFC000"/>
                          </a:solidFill>
                          <a:latin typeface="Arial" panose="020B0604020202020204" pitchFamily="34" charset="0"/>
                          <a:cs typeface="Arial" panose="020B0604020202020204" pitchFamily="34" charset="0"/>
                        </a:rPr>
                        <a:t>-</a:t>
                      </a:r>
                      <a:r>
                        <a:rPr lang="en-US" sz="2800" b="0" baseline="0" dirty="0">
                          <a:solidFill>
                            <a:schemeClr val="bg1"/>
                          </a:solidFill>
                          <a:latin typeface="Arial" panose="020B0604020202020204" pitchFamily="34" charset="0"/>
                          <a:cs typeface="Arial" panose="020B0604020202020204" pitchFamily="34" charset="0"/>
                        </a:rPr>
                        <a:t> </a:t>
                      </a:r>
                      <a:r>
                        <a:rPr lang="en-US" sz="2800" b="0" baseline="0" dirty="0">
                          <a:solidFill>
                            <a:srgbClr val="D9D9D9"/>
                          </a:solidFill>
                          <a:latin typeface="Arial" panose="020B0604020202020204" pitchFamily="34" charset="0"/>
                          <a:cs typeface="Arial" panose="020B0604020202020204" pitchFamily="34" charset="0"/>
                        </a:rPr>
                        <a:t>Click inside a section header to add its text. </a:t>
                      </a:r>
                      <a:br>
                        <a:rPr lang="en-US" sz="2800" b="0" baseline="0" dirty="0">
                          <a:solidFill>
                            <a:schemeClr val="bg1"/>
                          </a:solidFill>
                          <a:latin typeface="Arial" panose="020B0604020202020204" pitchFamily="34" charset="0"/>
                          <a:cs typeface="Arial" panose="020B0604020202020204" pitchFamily="34" charset="0"/>
                        </a:rPr>
                      </a:br>
                      <a:r>
                        <a:rPr lang="en-US" sz="2800" b="0" baseline="0" dirty="0">
                          <a:solidFill>
                            <a:srgbClr val="FFC000"/>
                          </a:solidFill>
                          <a:latin typeface="Arial" panose="020B0604020202020204" pitchFamily="34" charset="0"/>
                          <a:cs typeface="Arial" panose="020B0604020202020204" pitchFamily="34" charset="0"/>
                        </a:rPr>
                        <a:t>-</a:t>
                      </a:r>
                      <a:r>
                        <a:rPr lang="en-US" sz="2800" b="0" baseline="0" dirty="0">
                          <a:solidFill>
                            <a:schemeClr val="bg1"/>
                          </a:solidFill>
                          <a:latin typeface="Arial" panose="020B0604020202020204" pitchFamily="34" charset="0"/>
                          <a:cs typeface="Arial" panose="020B0604020202020204" pitchFamily="34" charset="0"/>
                        </a:rPr>
                        <a:t> </a:t>
                      </a:r>
                      <a:r>
                        <a:rPr lang="en-US" sz="2800" b="0" baseline="0" dirty="0">
                          <a:solidFill>
                            <a:srgbClr val="D9D9D9"/>
                          </a:solidFill>
                          <a:latin typeface="Arial" panose="020B0604020202020204" pitchFamily="34" charset="0"/>
                          <a:cs typeface="Arial" panose="020B0604020202020204" pitchFamily="34" charset="0"/>
                        </a:rPr>
                        <a:t>To add another header, click on edge of the section box so that it is outlined. Copy and paste it. </a:t>
                      </a:r>
                      <a:br>
                        <a:rPr lang="en-US" sz="2800" b="0" baseline="0" dirty="0">
                          <a:solidFill>
                            <a:schemeClr val="bg1"/>
                          </a:solidFill>
                          <a:latin typeface="Arial" panose="020B0604020202020204" pitchFamily="34" charset="0"/>
                          <a:cs typeface="Arial" panose="020B0604020202020204" pitchFamily="34" charset="0"/>
                        </a:rPr>
                      </a:br>
                      <a:r>
                        <a:rPr lang="en-US" sz="2800" b="0" baseline="0" dirty="0">
                          <a:solidFill>
                            <a:srgbClr val="FFC000"/>
                          </a:solidFill>
                          <a:latin typeface="Arial" panose="020B0604020202020204" pitchFamily="34" charset="0"/>
                          <a:cs typeface="Arial" panose="020B0604020202020204" pitchFamily="34" charset="0"/>
                        </a:rPr>
                        <a:t>-</a:t>
                      </a:r>
                      <a:r>
                        <a:rPr lang="en-US" sz="2800" b="0" baseline="0" dirty="0">
                          <a:solidFill>
                            <a:schemeClr val="bg1"/>
                          </a:solidFill>
                          <a:latin typeface="Arial" panose="020B0604020202020204" pitchFamily="34" charset="0"/>
                          <a:cs typeface="Arial" panose="020B0604020202020204" pitchFamily="34" charset="0"/>
                        </a:rPr>
                        <a:t> </a:t>
                      </a:r>
                      <a:r>
                        <a:rPr lang="en-US" sz="2800" b="0" baseline="0" dirty="0">
                          <a:solidFill>
                            <a:srgbClr val="D9D9D9"/>
                          </a:solidFill>
                          <a:latin typeface="Arial" panose="020B0604020202020204" pitchFamily="34" charset="0"/>
                          <a:cs typeface="Arial" panose="020B0604020202020204" pitchFamily="34" charset="0"/>
                        </a:rPr>
                        <a:t>To increase its size, click on the white circles and expand to the the desired size.</a:t>
                      </a:r>
                    </a:p>
                  </a:txBody>
                  <a:tcPr marL="182880" marT="137160">
                    <a:solidFill>
                      <a:srgbClr val="010101"/>
                    </a:solidFill>
                  </a:tcPr>
                </a:tc>
                <a:extLst>
                  <a:ext uri="{0D108BD9-81ED-4DB2-BD59-A6C34878D82A}">
                    <a16:rowId xmlns:a16="http://schemas.microsoft.com/office/drawing/2014/main" val="10003"/>
                  </a:ext>
                </a:extLst>
              </a:tr>
              <a:tr h="4538017">
                <a:tc gridSpan="2">
                  <a:txBody>
                    <a:bodyPr/>
                    <a:lstStyle/>
                    <a:p>
                      <a:r>
                        <a:rPr lang="en-US" sz="3200" b="1" dirty="0">
                          <a:solidFill>
                            <a:srgbClr val="FFC000"/>
                          </a:solidFill>
                          <a:latin typeface="Arial" panose="020B0604020202020204" pitchFamily="34" charset="0"/>
                          <a:cs typeface="Arial" panose="020B0604020202020204" pitchFamily="34" charset="0"/>
                        </a:rPr>
                        <a:t>Adding content to the poster</a:t>
                      </a:r>
                    </a:p>
                    <a:p>
                      <a:r>
                        <a:rPr lang="en-US" sz="2800" baseline="0" dirty="0">
                          <a:solidFill>
                            <a:srgbClr val="D9D9D9"/>
                          </a:solidFill>
                          <a:latin typeface="Arial" panose="020B0604020202020204" pitchFamily="34" charset="0"/>
                          <a:cs typeface="Arial" panose="020B0604020202020204" pitchFamily="34" charset="0"/>
                        </a:rPr>
                        <a:t>Start by adding your text to each section without spending too much time with formatting. Use the default font size even if your text extends beyond the bottom of the poster. Continue until you have added all your content including text, graphics, photos, etc. Once you finish adding your content you can go back and format your text as needed.</a:t>
                      </a:r>
                    </a:p>
                    <a:p>
                      <a:pPr marL="342900" indent="-342900">
                        <a:buFontTx/>
                        <a:buChar char="-"/>
                      </a:pPr>
                      <a:r>
                        <a:rPr lang="en-US" sz="2800" baseline="0" dirty="0">
                          <a:solidFill>
                            <a:srgbClr val="D9D9D9"/>
                          </a:solidFill>
                          <a:latin typeface="Arial" panose="020B0604020202020204" pitchFamily="34" charset="0"/>
                          <a:cs typeface="Arial" panose="020B0604020202020204" pitchFamily="34" charset="0"/>
                        </a:rPr>
                        <a:t>If you run out of room, try to reduce the size of your fonts and/or the size of your graphics. If there is a lot of empty space try to increase your font sizes and the size of your graphics. The font used for references can be smaller.</a:t>
                      </a:r>
                      <a:endParaRPr lang="en-US" sz="2800" dirty="0">
                        <a:solidFill>
                          <a:srgbClr val="D9D9D9"/>
                        </a:solidFill>
                        <a:latin typeface="Arial" panose="020B0604020202020204" pitchFamily="34" charset="0"/>
                        <a:cs typeface="Arial" panose="020B0604020202020204" pitchFamily="34" charset="0"/>
                      </a:endParaRPr>
                    </a:p>
                  </a:txBody>
                  <a:tcPr>
                    <a:solidFill>
                      <a:srgbClr val="010101"/>
                    </a:solidFill>
                  </a:tcPr>
                </a:tc>
                <a:tc hMerge="1">
                  <a:txBody>
                    <a:bodyPr/>
                    <a:lstStyle/>
                    <a:p>
                      <a:endParaRPr lang="en-US" sz="2400" dirty="0">
                        <a:solidFill>
                          <a:schemeClr val="bg1"/>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4"/>
                  </a:ext>
                </a:extLst>
              </a:tr>
              <a:tr h="3004905">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3200" b="1" noProof="0" dirty="0">
                          <a:solidFill>
                            <a:srgbClr val="FFC000"/>
                          </a:solidFill>
                          <a:latin typeface="Arial" panose="020B0604020202020204" pitchFamily="34" charset="0"/>
                          <a:cs typeface="Arial" panose="020B0604020202020204" pitchFamily="34" charset="0"/>
                        </a:rPr>
                        <a:t>Photos</a:t>
                      </a:r>
                    </a:p>
                    <a:p>
                      <a:pPr marL="0" marR="0" lvl="0" indent="0" algn="l" defTabSz="9779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D9D9D9"/>
                          </a:solidFill>
                          <a:effectLst/>
                          <a:uLnTx/>
                          <a:uFillTx/>
                          <a:latin typeface="Arial"/>
                          <a:ea typeface="+mn-ea"/>
                          <a:cs typeface="Arial"/>
                        </a:rPr>
                        <a:t>You can add photos by dragging and dropping from your desktop, copy and paste, or by going to INSERT &gt; PICTURES. Resize images proportionally by holding down the SHIFT key and dragging one of the white corner handles (dots). For a professional-looking poster, do not distort your images by stretching them disproportionally.</a:t>
                      </a:r>
                    </a:p>
                  </a:txBody>
                  <a:tcPr marL="182880" marT="137160">
                    <a:solidFill>
                      <a:srgbClr val="010101"/>
                    </a:solidFill>
                  </a:tcPr>
                </a:tc>
                <a:tc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200" noProof="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5"/>
                  </a:ext>
                </a:extLst>
              </a:tr>
              <a:tr h="2642862">
                <a:tc gridSpan="2">
                  <a:txBody>
                    <a:bodyPr/>
                    <a:lstStyle/>
                    <a:p>
                      <a:endParaRPr lang="en-US" sz="2800" dirty="0">
                        <a:solidFill>
                          <a:schemeClr val="bg1"/>
                        </a:solidFill>
                        <a:latin typeface="Arial" panose="020B0604020202020204" pitchFamily="34" charset="0"/>
                        <a:cs typeface="Arial" panose="020B0604020202020204" pitchFamily="34" charset="0"/>
                      </a:endParaRPr>
                    </a:p>
                  </a:txBody>
                  <a:tcPr marL="182880" marT="137160">
                    <a:blipFill rotWithShape="1">
                      <a:blip r:embed="rId5"/>
                      <a:stretch>
                        <a:fillRect/>
                      </a:stretch>
                    </a:blipFill>
                  </a:tcPr>
                </a:tc>
                <a:tc hMerge="1">
                  <a:txBody>
                    <a:bodyPr/>
                    <a:lstStyle/>
                    <a:p>
                      <a:endParaRPr lang="en-US" sz="2400" dirty="0">
                        <a:solidFill>
                          <a:srgbClr val="1F3A4E"/>
                        </a:solidFill>
                      </a:endParaRPr>
                    </a:p>
                  </a:txBody>
                  <a:tcPr/>
                </a:tc>
                <a:extLst>
                  <a:ext uri="{0D108BD9-81ED-4DB2-BD59-A6C34878D82A}">
                    <a16:rowId xmlns:a16="http://schemas.microsoft.com/office/drawing/2014/main" val="10006"/>
                  </a:ext>
                </a:extLst>
              </a:tr>
              <a:tr h="3266912">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3200" b="1" noProof="0" dirty="0">
                          <a:solidFill>
                            <a:srgbClr val="FFC000"/>
                          </a:solidFill>
                          <a:latin typeface="Arial"/>
                          <a:cs typeface="Arial"/>
                        </a:rPr>
                        <a:t>Quality check your graphics</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2800" noProof="0" dirty="0">
                          <a:solidFill>
                            <a:srgbClr val="D9D9D9"/>
                          </a:solidFill>
                          <a:latin typeface="Arial"/>
                          <a:cs typeface="Arial"/>
                        </a:rPr>
                        <a:t>Zoom in and look at your images at 100%-200% magnification. If they look clear, they will print well. </a:t>
                      </a:r>
                    </a:p>
                  </a:txBody>
                  <a:tcPr marL="182880" marT="137160">
                    <a:solidFill>
                      <a:srgbClr val="010101"/>
                    </a:solidFill>
                  </a:tcPr>
                </a:tc>
                <a:tc hMerge="1">
                  <a:txBody>
                    <a:bodyPr/>
                    <a:lstStyle/>
                    <a:p>
                      <a:endParaRPr lang="en-US" sz="2400" dirty="0">
                        <a:solidFill>
                          <a:srgbClr val="1F3A4E"/>
                        </a:solidFill>
                      </a:endParaRPr>
                    </a:p>
                  </a:txBody>
                  <a:tcPr>
                    <a:solidFill>
                      <a:schemeClr val="tx1">
                        <a:lumMod val="95000"/>
                        <a:lumOff val="5000"/>
                      </a:schemeClr>
                    </a:solidFill>
                  </a:tcPr>
                </a:tc>
                <a:extLst>
                  <a:ext uri="{0D108BD9-81ED-4DB2-BD59-A6C34878D82A}">
                    <a16:rowId xmlns:a16="http://schemas.microsoft.com/office/drawing/2014/main" val="10007"/>
                  </a:ext>
                </a:extLst>
              </a:tr>
              <a:tr h="3673307">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800" noProof="0" dirty="0">
                        <a:solidFill>
                          <a:schemeClr val="bg1"/>
                        </a:solidFill>
                        <a:latin typeface="Arial"/>
                        <a:cs typeface="Arial"/>
                      </a:endParaRPr>
                    </a:p>
                  </a:txBody>
                  <a:tcPr marL="182880" marT="137160">
                    <a:blipFill rotWithShape="1">
                      <a:blip r:embed="rId6"/>
                      <a:stretch>
                        <a:fillRect/>
                      </a:stretch>
                    </a:blipFill>
                  </a:tcPr>
                </a:tc>
                <a:tc hMerge="1">
                  <a:txBody>
                    <a:bodyPr/>
                    <a:lstStyle/>
                    <a:p>
                      <a:endParaRPr lang="en-US"/>
                    </a:p>
                  </a:txBody>
                  <a:tcPr/>
                </a:tc>
                <a:extLst>
                  <a:ext uri="{0D108BD9-81ED-4DB2-BD59-A6C34878D82A}">
                    <a16:rowId xmlns:a16="http://schemas.microsoft.com/office/drawing/2014/main" val="10010"/>
                  </a:ext>
                </a:extLst>
              </a:tr>
            </a:tbl>
          </a:graphicData>
        </a:graphic>
      </p:graphicFrame>
      <p:graphicFrame>
        <p:nvGraphicFramePr>
          <p:cNvPr id="11" name="Table 10">
            <a:extLst>
              <a:ext uri="{FF2B5EF4-FFF2-40B4-BE49-F238E27FC236}">
                <a16:creationId xmlns:a16="http://schemas.microsoft.com/office/drawing/2014/main" id="{0920BED2-2B93-4D44-BD6E-C9C77BE7E4E9}"/>
              </a:ext>
            </a:extLst>
          </p:cNvPr>
          <p:cNvGraphicFramePr>
            <a:graphicFrameLocks noGrp="1"/>
          </p:cNvGraphicFramePr>
          <p:nvPr userDrawn="1">
            <p:extLst>
              <p:ext uri="{D42A27DB-BD31-4B8C-83A1-F6EECF244321}">
                <p14:modId xmlns:p14="http://schemas.microsoft.com/office/powerpoint/2010/main" val="456839332"/>
              </p:ext>
            </p:extLst>
          </p:nvPr>
        </p:nvGraphicFramePr>
        <p:xfrm>
          <a:off x="30776244" y="0"/>
          <a:ext cx="12607943" cy="42781749"/>
        </p:xfrm>
        <a:graphic>
          <a:graphicData uri="http://schemas.openxmlformats.org/drawingml/2006/table">
            <a:tbl>
              <a:tblPr firstRow="1" bandRow="1">
                <a:tableStyleId>{5C22544A-7EE6-4342-B048-85BDC9FD1C3A}</a:tableStyleId>
              </a:tblPr>
              <a:tblGrid>
                <a:gridCol w="4947323">
                  <a:extLst>
                    <a:ext uri="{9D8B030D-6E8A-4147-A177-3AD203B41FA5}">
                      <a16:colId xmlns:a16="http://schemas.microsoft.com/office/drawing/2014/main" val="20000"/>
                    </a:ext>
                  </a:extLst>
                </a:gridCol>
                <a:gridCol w="1486295">
                  <a:extLst>
                    <a:ext uri="{9D8B030D-6E8A-4147-A177-3AD203B41FA5}">
                      <a16:colId xmlns:a16="http://schemas.microsoft.com/office/drawing/2014/main" val="764104496"/>
                    </a:ext>
                  </a:extLst>
                </a:gridCol>
                <a:gridCol w="6174325">
                  <a:extLst>
                    <a:ext uri="{9D8B030D-6E8A-4147-A177-3AD203B41FA5}">
                      <a16:colId xmlns:a16="http://schemas.microsoft.com/office/drawing/2014/main" val="4164475170"/>
                    </a:ext>
                  </a:extLst>
                </a:gridCol>
              </a:tblGrid>
              <a:tr h="1660717">
                <a:tc gridSpan="3">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4400" b="0" spc="600" dirty="0">
                          <a:solidFill>
                            <a:srgbClr val="1F3A4E"/>
                          </a:solidFill>
                          <a:latin typeface="Arial Black" panose="020B0A04020102020204" pitchFamily="34" charset="0"/>
                        </a:rPr>
                        <a:t>QUICK START GUIDE</a:t>
                      </a:r>
                      <a:br>
                        <a:rPr lang="en-US" sz="4400" b="0" spc="600" dirty="0">
                          <a:solidFill>
                            <a:srgbClr val="1F3A4E"/>
                          </a:solidFill>
                          <a:latin typeface="Arial Black" panose="020B0A04020102020204" pitchFamily="34" charset="0"/>
                        </a:rPr>
                      </a:br>
                      <a:r>
                        <a:rPr lang="en-US" sz="3600" b="1" spc="0" dirty="0">
                          <a:solidFill>
                            <a:srgbClr val="FF0000"/>
                          </a:solidFill>
                          <a:latin typeface="Trebuchet MS" pitchFamily="34" charset="0"/>
                        </a:rPr>
                        <a:t>(THIS SIDEBAR WILL NOT PRINT)</a:t>
                      </a:r>
                      <a:endParaRPr lang="en-US" sz="4400" b="1" spc="600" dirty="0">
                        <a:solidFill>
                          <a:schemeClr val="bg1"/>
                        </a:solidFill>
                        <a:latin typeface="Trebuchet MS" pitchFamily="34" charset="0"/>
                      </a:endParaRPr>
                    </a:p>
                  </a:txBody>
                  <a:tcPr marL="182880" marT="137160">
                    <a:solidFill>
                      <a:srgbClr val="FFC00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7979388">
                <a:tc gridSpan="3">
                  <a:txBody>
                    <a:bodyPr/>
                    <a:lstStyle/>
                    <a:p>
                      <a:pPr algn="l"/>
                      <a:r>
                        <a:rPr lang="en-US" sz="3200" b="1" baseline="0" dirty="0">
                          <a:solidFill>
                            <a:srgbClr val="FFC000"/>
                          </a:solidFill>
                          <a:latin typeface="Arial" panose="020B0604020202020204" pitchFamily="34" charset="0"/>
                          <a:cs typeface="Arial" panose="020B0604020202020204" pitchFamily="34" charset="0"/>
                        </a:rPr>
                        <a:t>How to change the template colors</a:t>
                      </a:r>
                    </a:p>
                    <a:p>
                      <a:pPr marL="0" indent="0" algn="l" defTabSz="114300"/>
                      <a:r>
                        <a:rPr lang="en-US" sz="2800" b="0" baseline="0" dirty="0">
                          <a:solidFill>
                            <a:srgbClr val="D9D9D9"/>
                          </a:solidFill>
                          <a:latin typeface="Arial" panose="020B0604020202020204" pitchFamily="34" charset="0"/>
                          <a:cs typeface="Arial" panose="020B0604020202020204" pitchFamily="34" charset="0"/>
                        </a:rPr>
                        <a:t>You can change the overall template color theme by clicking on the COLORS dropdown menu under the DESIGN tab. You can see a tutorial here: </a:t>
                      </a:r>
                      <a:r>
                        <a:rPr lang="en-US" sz="2800" dirty="0">
                          <a:solidFill>
                            <a:srgbClr val="FFC000"/>
                          </a:solidFill>
                          <a:hlinkClick r:id="rId7">
                            <a:extLst>
                              <a:ext uri="{A12FA001-AC4F-418D-AE19-62706E023703}">
                                <ahyp:hlinkClr xmlns:ahyp="http://schemas.microsoft.com/office/drawing/2018/hyperlinkcolor" val="tx"/>
                              </a:ext>
                            </a:extLst>
                          </a:hlinkClick>
                        </a:rPr>
                        <a:t>https://www.posterpresentations.com/how-to-change-the-research-poster-template-colors.html</a:t>
                      </a:r>
                      <a:endParaRPr lang="en-US" sz="2800" dirty="0">
                        <a:solidFill>
                          <a:srgbClr val="FFC000"/>
                        </a:solidFill>
                      </a:endParaRPr>
                    </a:p>
                    <a:p>
                      <a:pPr marL="0" indent="0" algn="l" defTabSz="114300"/>
                      <a:endParaRPr lang="en-US" sz="28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2800" b="0" baseline="0" dirty="0">
                          <a:solidFill>
                            <a:srgbClr val="D9D9D9"/>
                          </a:solidFill>
                          <a:latin typeface="Arial" panose="020B0604020202020204" pitchFamily="34" charset="0"/>
                          <a:cs typeface="Arial" panose="020B0604020202020204" pitchFamily="34" charset="0"/>
                        </a:rPr>
                        <a:t>You can also manually change the color of individual elements by going to VIEW &gt; SLIDE MASTER. On the left side of your screen select the background master where you can change the template background, column sizes, etc. </a:t>
                      </a:r>
                    </a:p>
                    <a:p>
                      <a:pPr marL="0" indent="0" algn="l" defTabSz="114300"/>
                      <a:endParaRPr lang="en-US" sz="28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2800" b="0" baseline="0" dirty="0">
                          <a:solidFill>
                            <a:srgbClr val="D9D9D9"/>
                          </a:solidFill>
                          <a:latin typeface="Arial" panose="020B0604020202020204" pitchFamily="34" charset="0"/>
                          <a:cs typeface="Arial" panose="020B0604020202020204" pitchFamily="34" charset="0"/>
                        </a:rPr>
                        <a:t>After you finish working on the SLIDE MASTER, it is important that you go to VIEW &gt; NORMAL to continue working on your poster. </a:t>
                      </a:r>
                    </a:p>
                  </a:txBody>
                  <a:tcPr marL="182880" marT="137160">
                    <a:solidFill>
                      <a:schemeClr val="tx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5933721">
                <a:tc gridSpan="3">
                  <a:txBody>
                    <a:bodyPr/>
                    <a:lstStyle/>
                    <a:p>
                      <a:r>
                        <a:rPr lang="en-US" sz="3200" b="1" dirty="0">
                          <a:solidFill>
                            <a:srgbClr val="FFC000"/>
                          </a:solidFill>
                          <a:latin typeface="Arial" panose="020B0604020202020204" pitchFamily="34" charset="0"/>
                          <a:cs typeface="Arial" panose="020B0604020202020204" pitchFamily="34" charset="0"/>
                        </a:rPr>
                        <a:t>How to change the column layout configuration</a:t>
                      </a:r>
                    </a:p>
                    <a:p>
                      <a:r>
                        <a:rPr lang="en-US" sz="2800" dirty="0">
                          <a:solidFill>
                            <a:srgbClr val="D9D9D9"/>
                          </a:solidFill>
                          <a:latin typeface="Arial" panose="020B0604020202020204" pitchFamily="34" charset="0"/>
                          <a:cs typeface="Arial" panose="020B0604020202020204" pitchFamily="34" charset="0"/>
                        </a:rPr>
                        <a:t>You can manually change the configuration on the columns by going to VIEW &gt; SLIDE MASTER. You can delete columns, resize them or modify them as needed for your layout. </a:t>
                      </a:r>
                    </a:p>
                    <a:p>
                      <a:pPr marL="0" marR="0" indent="0" algn="l" defTabSz="3765366" rtl="0" eaLnBrk="1" fontAlgn="auto" latinLnBrk="0" hangingPunct="1">
                        <a:lnSpc>
                          <a:spcPct val="100000"/>
                        </a:lnSpc>
                        <a:spcBef>
                          <a:spcPts val="0"/>
                        </a:spcBef>
                        <a:spcAft>
                          <a:spcPts val="0"/>
                        </a:spcAft>
                        <a:buClrTx/>
                        <a:buSzTx/>
                        <a:buFontTx/>
                        <a:buNone/>
                        <a:tabLst/>
                        <a:defRPr/>
                      </a:pPr>
                      <a:r>
                        <a:rPr lang="en-US" sz="2800" dirty="0">
                          <a:solidFill>
                            <a:srgbClr val="D9D9D9"/>
                          </a:solidFill>
                          <a:latin typeface="Arial" panose="020B0604020202020204" pitchFamily="34" charset="0"/>
                          <a:cs typeface="Arial" panose="020B0604020202020204" pitchFamily="34" charset="0"/>
                        </a:rPr>
                        <a:t>You can see a tutorial here: </a:t>
                      </a:r>
                      <a:r>
                        <a:rPr lang="en-US" sz="2800" u="sng" dirty="0">
                          <a:solidFill>
                            <a:srgbClr val="FFC000"/>
                          </a:solidFill>
                          <a:latin typeface="Arial" panose="020B0604020202020204" pitchFamily="34" charset="0"/>
                          <a:cs typeface="Arial" panose="020B0604020202020204" pitchFamily="34" charset="0"/>
                        </a:rPr>
                        <a:t>https://</a:t>
                      </a:r>
                      <a:r>
                        <a:rPr lang="en-US" sz="2800" u="sng" dirty="0" err="1">
                          <a:solidFill>
                            <a:srgbClr val="FFC000"/>
                          </a:solidFill>
                          <a:latin typeface="Arial" panose="020B0604020202020204" pitchFamily="34" charset="0"/>
                          <a:cs typeface="Arial" panose="020B0604020202020204" pitchFamily="34" charset="0"/>
                        </a:rPr>
                        <a:t>www.posterpresentations.com</a:t>
                      </a:r>
                      <a:r>
                        <a:rPr lang="en-US" sz="2800" u="sng" dirty="0">
                          <a:solidFill>
                            <a:srgbClr val="FFC000"/>
                          </a:solidFill>
                          <a:latin typeface="Arial" panose="020B0604020202020204" pitchFamily="34" charset="0"/>
                          <a:cs typeface="Arial" panose="020B0604020202020204" pitchFamily="34" charset="0"/>
                        </a:rPr>
                        <a:t>/how-to-change-the-column-</a:t>
                      </a:r>
                      <a:r>
                        <a:rPr lang="en-US" sz="2800" u="sng" dirty="0" err="1">
                          <a:solidFill>
                            <a:srgbClr val="FFC000"/>
                          </a:solidFill>
                          <a:latin typeface="Arial" panose="020B0604020202020204" pitchFamily="34" charset="0"/>
                          <a:cs typeface="Arial" panose="020B0604020202020204" pitchFamily="34" charset="0"/>
                        </a:rPr>
                        <a:t>configuration.html</a:t>
                      </a:r>
                      <a:endParaRPr lang="en-US" sz="6000" u="sng" dirty="0">
                        <a:solidFill>
                          <a:srgbClr val="FFC000"/>
                        </a:solidFill>
                      </a:endParaRPr>
                    </a:p>
                  </a:txBody>
                  <a:tcPr marL="182880" marT="137160">
                    <a:solidFill>
                      <a:schemeClr val="tx1"/>
                    </a:solidFill>
                  </a:tcPr>
                </a:tc>
                <a:tc hMerge="1">
                  <a:txBody>
                    <a:bodyPr/>
                    <a:lstStyle/>
                    <a:p>
                      <a:endParaRPr lang="en-US"/>
                    </a:p>
                  </a:txBody>
                  <a:tcPr/>
                </a:tc>
                <a:tc hMerge="1">
                  <a:txBody>
                    <a:bodyPr/>
                    <a:lstStyle/>
                    <a:p>
                      <a:endParaRPr lang="en-US" dirty="0"/>
                    </a:p>
                  </a:txBody>
                  <a:tcPr marL="182880" marT="137160">
                    <a:solidFill>
                      <a:srgbClr val="010101"/>
                    </a:solidFill>
                  </a:tcPr>
                </a:tc>
                <a:extLst>
                  <a:ext uri="{0D108BD9-81ED-4DB2-BD59-A6C34878D82A}">
                    <a16:rowId xmlns:a16="http://schemas.microsoft.com/office/drawing/2014/main" val="10004"/>
                  </a:ext>
                </a:extLst>
              </a:tr>
              <a:tr h="2338318">
                <a:tc>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800" noProof="0" dirty="0">
                        <a:solidFill>
                          <a:srgbClr val="D9D9D9"/>
                        </a:solidFill>
                        <a:latin typeface="Arial" panose="020B0604020202020204" pitchFamily="34" charset="0"/>
                        <a:cs typeface="Arial" panose="020B0604020202020204" pitchFamily="34" charset="0"/>
                      </a:endParaRPr>
                    </a:p>
                  </a:txBody>
                  <a:tcPr marL="182880" marT="137160">
                    <a:blipFill dpi="0" rotWithShape="1">
                      <a:blip r:embed="rId8">
                        <a:extLst>
                          <a:ext uri="{28A0092B-C50C-407E-A947-70E740481C1C}">
                            <a14:useLocalDpi xmlns:a14="http://schemas.microsoft.com/office/drawing/2010/main" val="0"/>
                          </a:ext>
                        </a:extLst>
                      </a:blip>
                      <a:srcRect/>
                      <a:stretch>
                        <a:fillRect/>
                      </a:stretch>
                    </a:blipFill>
                  </a:tcPr>
                </a:tc>
                <a:tc rowSpan="2"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3200" b="1" noProof="0" dirty="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noProof="0" dirty="0">
                          <a:solidFill>
                            <a:srgbClr val="D9D9D9"/>
                          </a:solidFill>
                          <a:latin typeface="Arial" panose="020B0604020202020204" pitchFamily="34" charset="0"/>
                          <a:cs typeface="Arial" panose="020B0604020202020204" pitchFamily="34" charset="0"/>
                        </a:rPr>
                        <a:t>The Quick Start</a:t>
                      </a:r>
                      <a:r>
                        <a:rPr lang="en-US" sz="2800" baseline="0" noProof="0" dirty="0">
                          <a:solidFill>
                            <a:srgbClr val="D9D9D9"/>
                          </a:solidFill>
                          <a:latin typeface="Arial" panose="020B0604020202020204" pitchFamily="34" charset="0"/>
                          <a:cs typeface="Arial" panose="020B0604020202020204" pitchFamily="34" charset="0"/>
                        </a:rPr>
                        <a:t> Guides</a:t>
                      </a:r>
                      <a:r>
                        <a:rPr lang="en-US" sz="2800" noProof="0" dirty="0">
                          <a:solidFill>
                            <a:srgbClr val="D9D9D9"/>
                          </a:solidFill>
                          <a:latin typeface="Arial" panose="020B0604020202020204" pitchFamily="34" charset="0"/>
                          <a:cs typeface="Arial" panose="020B0604020202020204" pitchFamily="34" charset="0"/>
                        </a:rPr>
                        <a:t> </a:t>
                      </a:r>
                      <a:r>
                        <a:rPr lang="en-US" sz="2800" u="sng" noProof="0" dirty="0">
                          <a:solidFill>
                            <a:srgbClr val="D9D9D9"/>
                          </a:solidFill>
                          <a:latin typeface="Arial" panose="020B0604020202020204" pitchFamily="34" charset="0"/>
                          <a:cs typeface="Arial" panose="020B0604020202020204" pitchFamily="34" charset="0"/>
                        </a:rPr>
                        <a:t>are outside the template’s printable area</a:t>
                      </a:r>
                      <a:r>
                        <a:rPr lang="en-US" sz="2800" noProof="0" dirty="0">
                          <a:solidFill>
                            <a:srgbClr val="D9D9D9"/>
                          </a:solidFill>
                          <a:latin typeface="Arial" panose="020B0604020202020204" pitchFamily="34" charset="0"/>
                          <a:cs typeface="Arial" panose="020B0604020202020204" pitchFamily="34" charset="0"/>
                        </a:rPr>
                        <a:t> and they will not be on the printed poster</a:t>
                      </a:r>
                      <a:r>
                        <a:rPr lang="en-US" sz="2800" baseline="0" noProof="0" dirty="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8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baseline="0" noProof="0" dirty="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8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baseline="0" noProof="0" dirty="0">
                          <a:solidFill>
                            <a:srgbClr val="D9D9D9"/>
                          </a:solidFill>
                          <a:latin typeface="Arial" panose="020B0604020202020204" pitchFamily="34" charset="0"/>
                          <a:cs typeface="Arial" panose="020B0604020202020204" pitchFamily="34" charset="0"/>
                        </a:rPr>
                        <a:t>To hide the guides click on the </a:t>
                      </a:r>
                      <a:r>
                        <a:rPr lang="en-US" sz="2800" b="1" baseline="0" noProof="0" dirty="0">
                          <a:solidFill>
                            <a:srgbClr val="D9D9D9"/>
                          </a:solidFill>
                          <a:latin typeface="Arial" panose="020B0604020202020204" pitchFamily="34" charset="0"/>
                          <a:cs typeface="Arial" panose="020B0604020202020204" pitchFamily="34" charset="0"/>
                        </a:rPr>
                        <a:t>Home</a:t>
                      </a:r>
                      <a:r>
                        <a:rPr lang="en-US" sz="2800" baseline="0" noProof="0" dirty="0">
                          <a:solidFill>
                            <a:srgbClr val="D9D9D9"/>
                          </a:solidFill>
                          <a:latin typeface="Arial" panose="020B0604020202020204" pitchFamily="34" charset="0"/>
                          <a:cs typeface="Arial" panose="020B0604020202020204" pitchFamily="34" charset="0"/>
                        </a:rPr>
                        <a:t> tab (top of the screen) and then click on the </a:t>
                      </a:r>
                      <a:r>
                        <a:rPr lang="en-US" sz="2800" b="1" baseline="0" noProof="0" dirty="0">
                          <a:solidFill>
                            <a:srgbClr val="D9D9D9"/>
                          </a:solidFill>
                          <a:latin typeface="Arial" panose="020B0604020202020204" pitchFamily="34" charset="0"/>
                          <a:cs typeface="Arial" panose="020B0604020202020204" pitchFamily="34" charset="0"/>
                        </a:rPr>
                        <a:t>Layout</a:t>
                      </a:r>
                      <a:r>
                        <a:rPr lang="en-US" sz="2800" baseline="0" noProof="0" dirty="0">
                          <a:solidFill>
                            <a:srgbClr val="D9D9D9"/>
                          </a:solidFill>
                          <a:latin typeface="Arial" panose="020B0604020202020204" pitchFamily="34" charset="0"/>
                          <a:cs typeface="Arial" panose="020B0604020202020204" pitchFamily="34" charset="0"/>
                        </a:rPr>
                        <a:t> button below to see the available layouts. Choose the </a:t>
                      </a:r>
                      <a:r>
                        <a:rPr lang="en-US" sz="2800" b="1" baseline="0" noProof="0" dirty="0">
                          <a:solidFill>
                            <a:srgbClr val="D9D9D9"/>
                          </a:solidFill>
                          <a:latin typeface="Arial" panose="020B0604020202020204" pitchFamily="34" charset="0"/>
                          <a:cs typeface="Arial" panose="020B0604020202020204" pitchFamily="34" charset="0"/>
                        </a:rPr>
                        <a:t>Without Guides </a:t>
                      </a:r>
                      <a:r>
                        <a:rPr lang="en-US" sz="2800" b="0" baseline="0" noProof="0" dirty="0">
                          <a:solidFill>
                            <a:srgbClr val="D9D9D9"/>
                          </a:solidFill>
                          <a:latin typeface="Arial" panose="020B0604020202020204" pitchFamily="34" charset="0"/>
                          <a:cs typeface="Arial" panose="020B0604020202020204" pitchFamily="34" charset="0"/>
                        </a:rPr>
                        <a:t>layout</a:t>
                      </a:r>
                      <a:r>
                        <a:rPr lang="en-US" sz="2800" baseline="0" noProof="0" dirty="0">
                          <a:solidFill>
                            <a:srgbClr val="D9D9D9"/>
                          </a:solidFill>
                          <a:latin typeface="Arial" panose="020B0604020202020204" pitchFamily="34" charset="0"/>
                          <a:cs typeface="Arial" panose="020B0604020202020204" pitchFamily="34" charset="0"/>
                        </a:rPr>
                        <a:t>.</a:t>
                      </a:r>
                      <a:endParaRPr lang="en-US" sz="28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rowSpan="2"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3200" b="1" noProof="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noProof="0">
                          <a:solidFill>
                            <a:srgbClr val="D9D9D9"/>
                          </a:solidFill>
                          <a:latin typeface="Arial" panose="020B0604020202020204" pitchFamily="34" charset="0"/>
                          <a:cs typeface="Arial" panose="020B0604020202020204" pitchFamily="34" charset="0"/>
                        </a:rPr>
                        <a:t>The Quick Start</a:t>
                      </a:r>
                      <a:r>
                        <a:rPr lang="en-US" sz="2800" baseline="0" noProof="0">
                          <a:solidFill>
                            <a:srgbClr val="D9D9D9"/>
                          </a:solidFill>
                          <a:latin typeface="Arial" panose="020B0604020202020204" pitchFamily="34" charset="0"/>
                          <a:cs typeface="Arial" panose="020B0604020202020204" pitchFamily="34" charset="0"/>
                        </a:rPr>
                        <a:t> Guides</a:t>
                      </a:r>
                      <a:r>
                        <a:rPr lang="en-US" sz="2800" noProof="0">
                          <a:solidFill>
                            <a:srgbClr val="D9D9D9"/>
                          </a:solidFill>
                          <a:latin typeface="Arial" panose="020B0604020202020204" pitchFamily="34" charset="0"/>
                          <a:cs typeface="Arial" panose="020B0604020202020204" pitchFamily="34" charset="0"/>
                        </a:rPr>
                        <a:t> </a:t>
                      </a:r>
                      <a:r>
                        <a:rPr lang="en-US" sz="2800" u="sng" noProof="0">
                          <a:solidFill>
                            <a:srgbClr val="D9D9D9"/>
                          </a:solidFill>
                          <a:latin typeface="Arial" panose="020B0604020202020204" pitchFamily="34" charset="0"/>
                          <a:cs typeface="Arial" panose="020B0604020202020204" pitchFamily="34" charset="0"/>
                        </a:rPr>
                        <a:t>are outside the template’s printable area</a:t>
                      </a:r>
                      <a:r>
                        <a:rPr lang="en-US" sz="2800" noProof="0">
                          <a:solidFill>
                            <a:srgbClr val="D9D9D9"/>
                          </a:solidFill>
                          <a:latin typeface="Arial" panose="020B0604020202020204" pitchFamily="34" charset="0"/>
                          <a:cs typeface="Arial" panose="020B0604020202020204" pitchFamily="34" charset="0"/>
                        </a:rPr>
                        <a:t> and they will not be on the printed poster</a:t>
                      </a:r>
                      <a:r>
                        <a:rPr lang="en-US" sz="2800" baseline="0" noProof="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800" baseline="0" noProof="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baseline="0" noProof="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800" baseline="0" noProof="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baseline="0" noProof="0">
                          <a:solidFill>
                            <a:srgbClr val="D9D9D9"/>
                          </a:solidFill>
                          <a:latin typeface="Arial" panose="020B0604020202020204" pitchFamily="34" charset="0"/>
                          <a:cs typeface="Arial" panose="020B0604020202020204" pitchFamily="34" charset="0"/>
                        </a:rPr>
                        <a:t>To hide the guides click on the </a:t>
                      </a:r>
                      <a:r>
                        <a:rPr lang="en-US" sz="2800" b="1" baseline="0" noProof="0">
                          <a:solidFill>
                            <a:srgbClr val="D9D9D9"/>
                          </a:solidFill>
                          <a:latin typeface="Arial" panose="020B0604020202020204" pitchFamily="34" charset="0"/>
                          <a:cs typeface="Arial" panose="020B0604020202020204" pitchFamily="34" charset="0"/>
                        </a:rPr>
                        <a:t>Home</a:t>
                      </a:r>
                      <a:r>
                        <a:rPr lang="en-US" sz="2800" baseline="0" noProof="0">
                          <a:solidFill>
                            <a:srgbClr val="D9D9D9"/>
                          </a:solidFill>
                          <a:latin typeface="Arial" panose="020B0604020202020204" pitchFamily="34" charset="0"/>
                          <a:cs typeface="Arial" panose="020B0604020202020204" pitchFamily="34" charset="0"/>
                        </a:rPr>
                        <a:t> tab (top of the screen) and then click on the </a:t>
                      </a:r>
                      <a:r>
                        <a:rPr lang="en-US" sz="2800" b="1" baseline="0" noProof="0">
                          <a:solidFill>
                            <a:srgbClr val="D9D9D9"/>
                          </a:solidFill>
                          <a:latin typeface="Arial" panose="020B0604020202020204" pitchFamily="34" charset="0"/>
                          <a:cs typeface="Arial" panose="020B0604020202020204" pitchFamily="34" charset="0"/>
                        </a:rPr>
                        <a:t>Layout</a:t>
                      </a:r>
                      <a:r>
                        <a:rPr lang="en-US" sz="2800" baseline="0" noProof="0">
                          <a:solidFill>
                            <a:srgbClr val="D9D9D9"/>
                          </a:solidFill>
                          <a:latin typeface="Arial" panose="020B0604020202020204" pitchFamily="34" charset="0"/>
                          <a:cs typeface="Arial" panose="020B0604020202020204" pitchFamily="34" charset="0"/>
                        </a:rPr>
                        <a:t> button below to see the available layouts. Choose the </a:t>
                      </a:r>
                      <a:r>
                        <a:rPr lang="en-US" sz="2800" b="1" baseline="0" noProof="0">
                          <a:solidFill>
                            <a:srgbClr val="D9D9D9"/>
                          </a:solidFill>
                          <a:latin typeface="Arial" panose="020B0604020202020204" pitchFamily="34" charset="0"/>
                          <a:cs typeface="Arial" panose="020B0604020202020204" pitchFamily="34" charset="0"/>
                        </a:rPr>
                        <a:t>Without Guides </a:t>
                      </a:r>
                      <a:r>
                        <a:rPr lang="en-US" sz="2800" b="0" baseline="0" noProof="0">
                          <a:solidFill>
                            <a:srgbClr val="D9D9D9"/>
                          </a:solidFill>
                          <a:latin typeface="Arial" panose="020B0604020202020204" pitchFamily="34" charset="0"/>
                          <a:cs typeface="Arial" panose="020B0604020202020204" pitchFamily="34" charset="0"/>
                        </a:rPr>
                        <a:t>layout</a:t>
                      </a:r>
                      <a:r>
                        <a:rPr lang="en-US" sz="2800" baseline="0" noProof="0">
                          <a:solidFill>
                            <a:srgbClr val="D9D9D9"/>
                          </a:solidFill>
                          <a:latin typeface="Arial" panose="020B0604020202020204" pitchFamily="34" charset="0"/>
                          <a:cs typeface="Arial" panose="020B0604020202020204" pitchFamily="34" charset="0"/>
                        </a:rPr>
                        <a:t>.</a:t>
                      </a:r>
                      <a:endParaRPr lang="en-US" sz="28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5"/>
                  </a:ext>
                </a:extLst>
              </a:tr>
              <a:tr h="7587261">
                <a:tc>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8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gridSpan="2" v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8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hMerge="1" vMerge="1">
                  <a:txBody>
                    <a:bodyPr/>
                    <a:lstStyle/>
                    <a:p>
                      <a:endParaRPr lang="en-US"/>
                    </a:p>
                  </a:txBody>
                  <a:tcPr/>
                </a:tc>
                <a:extLst>
                  <a:ext uri="{0D108BD9-81ED-4DB2-BD59-A6C34878D82A}">
                    <a16:rowId xmlns:a16="http://schemas.microsoft.com/office/drawing/2014/main" val="1766341567"/>
                  </a:ext>
                </a:extLst>
              </a:tr>
              <a:tr h="6445253">
                <a:tc>
                  <a:txBody>
                    <a:bodyPr/>
                    <a:lstStyle/>
                    <a:p>
                      <a:pPr rtl="0"/>
                      <a:r>
                        <a:rPr lang="en-US" sz="3200" b="1" dirty="0">
                          <a:solidFill>
                            <a:srgbClr val="FFC000"/>
                          </a:solidFill>
                          <a:latin typeface="Arial" panose="020B0604020202020204" pitchFamily="34" charset="0"/>
                          <a:cs typeface="Arial" panose="020B0604020202020204" pitchFamily="34" charset="0"/>
                        </a:rPr>
                        <a:t>How to</a:t>
                      </a:r>
                      <a:r>
                        <a:rPr lang="en-US" sz="3200" b="1" baseline="0" dirty="0">
                          <a:solidFill>
                            <a:srgbClr val="FFC000"/>
                          </a:solidFill>
                          <a:latin typeface="Arial" panose="020B0604020202020204" pitchFamily="34" charset="0"/>
                          <a:cs typeface="Arial" panose="020B0604020202020204" pitchFamily="34" charset="0"/>
                        </a:rPr>
                        <a:t> preview your poster prior to printing</a:t>
                      </a:r>
                      <a:endParaRPr lang="en-US" sz="3200" b="1" dirty="0">
                        <a:solidFill>
                          <a:srgbClr val="FFC000"/>
                        </a:solidFill>
                        <a:latin typeface="Arial" panose="020B0604020202020204" pitchFamily="34" charset="0"/>
                        <a:cs typeface="Arial" panose="020B0604020202020204" pitchFamily="34" charset="0"/>
                      </a:endParaRPr>
                    </a:p>
                    <a:p>
                      <a:pPr rtl="0"/>
                      <a:r>
                        <a:rPr lang="en-US" sz="2800" dirty="0">
                          <a:solidFill>
                            <a:srgbClr val="D9D9D9"/>
                          </a:solidFill>
                          <a:latin typeface="Arial" panose="020B0604020202020204" pitchFamily="34" charset="0"/>
                          <a:cs typeface="Arial" panose="020B0604020202020204" pitchFamily="34" charset="0"/>
                        </a:rPr>
                        <a:t>You can preview your poster at any time by pressing the </a:t>
                      </a:r>
                      <a:r>
                        <a:rPr lang="en-US" sz="2800" dirty="0">
                          <a:solidFill>
                            <a:srgbClr val="FFC000"/>
                          </a:solidFill>
                          <a:latin typeface="Arial" panose="020B0604020202020204" pitchFamily="34" charset="0"/>
                          <a:cs typeface="Arial" panose="020B0604020202020204" pitchFamily="34" charset="0"/>
                        </a:rPr>
                        <a:t>F5 key</a:t>
                      </a:r>
                      <a:r>
                        <a:rPr lang="en-US" sz="2800" dirty="0">
                          <a:solidFill>
                            <a:srgbClr val="D9D9D9"/>
                          </a:solidFill>
                          <a:latin typeface="Arial" panose="020B0604020202020204" pitchFamily="34" charset="0"/>
                          <a:cs typeface="Arial" panose="020B0604020202020204" pitchFamily="34" charset="0"/>
                        </a:rPr>
                        <a:t> on your keyboard. You will see on the screen what's on your poster and how it should look when printed. Press the </a:t>
                      </a:r>
                      <a:r>
                        <a:rPr lang="en-US" sz="2800" dirty="0">
                          <a:solidFill>
                            <a:srgbClr val="FFC000"/>
                          </a:solidFill>
                          <a:latin typeface="Arial" panose="020B0604020202020204" pitchFamily="34" charset="0"/>
                          <a:cs typeface="Arial" panose="020B0604020202020204" pitchFamily="34" charset="0"/>
                        </a:rPr>
                        <a:t>ESC key </a:t>
                      </a:r>
                      <a:r>
                        <a:rPr lang="en-US" sz="2800" dirty="0">
                          <a:solidFill>
                            <a:srgbClr val="D9D9D9"/>
                          </a:solidFill>
                          <a:latin typeface="Arial" panose="020B0604020202020204" pitchFamily="34" charset="0"/>
                          <a:cs typeface="Arial" panose="020B0604020202020204" pitchFamily="34" charset="0"/>
                        </a:rPr>
                        <a:t>to exit Preview.</a:t>
                      </a:r>
                    </a:p>
                  </a:txBody>
                  <a:tcPr marL="182880" marT="137160">
                    <a:solidFill>
                      <a:srgbClr val="010101"/>
                    </a:solidFill>
                  </a:tcPr>
                </a:tc>
                <a:tc gridSpan="2">
                  <a:txBody>
                    <a:bodyPr/>
                    <a:lstStyle/>
                    <a:p>
                      <a:pPr rtl="0"/>
                      <a:r>
                        <a:rPr lang="en-US" sz="13800" b="1" dirty="0">
                          <a:solidFill>
                            <a:srgbClr val="D9D9D9"/>
                          </a:solidFill>
                          <a:latin typeface="Arial" panose="020B0604020202020204" pitchFamily="34" charset="0"/>
                          <a:cs typeface="Arial" panose="020B0604020202020204" pitchFamily="34" charset="0"/>
                        </a:rPr>
                        <a:t>F5</a:t>
                      </a:r>
                      <a:r>
                        <a:rPr lang="en-US" sz="2800" baseline="0" dirty="0">
                          <a:solidFill>
                            <a:srgbClr val="D9D9D9"/>
                          </a:solidFill>
                          <a:latin typeface="Arial" panose="020B0604020202020204" pitchFamily="34" charset="0"/>
                          <a:cs typeface="Arial" panose="020B0604020202020204" pitchFamily="34" charset="0"/>
                        </a:rPr>
                        <a:t> </a:t>
                      </a:r>
                      <a:endParaRPr lang="en-US" sz="2800" dirty="0">
                        <a:solidFill>
                          <a:srgbClr val="D9D9D9"/>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tc hMerge="1">
                  <a:txBody>
                    <a:bodyPr/>
                    <a:lstStyle/>
                    <a:p>
                      <a:pPr algn="ctr"/>
                      <a:r>
                        <a:rPr lang="en-US" sz="13800" b="1" dirty="0">
                          <a:solidFill>
                            <a:srgbClr val="D9D9D9"/>
                          </a:solidFill>
                          <a:latin typeface="Arial" panose="020B0604020202020204" pitchFamily="34" charset="0"/>
                          <a:cs typeface="Arial" panose="020B0604020202020204" pitchFamily="34" charset="0"/>
                        </a:rPr>
                        <a:t>F5</a:t>
                      </a:r>
                      <a:r>
                        <a:rPr lang="en-US" sz="2800" baseline="0" dirty="0">
                          <a:solidFill>
                            <a:srgbClr val="D9D9D9"/>
                          </a:solidFill>
                          <a:latin typeface="Arial" panose="020B0604020202020204" pitchFamily="34" charset="0"/>
                          <a:cs typeface="Arial" panose="020B0604020202020204" pitchFamily="34" charset="0"/>
                        </a:rPr>
                        <a:t> </a:t>
                      </a:r>
                      <a:endParaRPr lang="en-US" sz="6000" dirty="0"/>
                    </a:p>
                  </a:txBody>
                  <a:tcPr marL="182880" marT="137160" anchor="ctr">
                    <a:solidFill>
                      <a:schemeClr val="tx1">
                        <a:lumMod val="95000"/>
                        <a:lumOff val="5000"/>
                      </a:schemeClr>
                    </a:solidFill>
                  </a:tcPr>
                </a:tc>
                <a:extLst>
                  <a:ext uri="{0D108BD9-81ED-4DB2-BD59-A6C34878D82A}">
                    <a16:rowId xmlns:a16="http://schemas.microsoft.com/office/drawing/2014/main" val="10006"/>
                  </a:ext>
                </a:extLst>
              </a:tr>
              <a:tr h="7395530">
                <a:tc gridSpan="3">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3200" b="1" noProof="0" dirty="0">
                          <a:solidFill>
                            <a:srgbClr val="FFC000"/>
                          </a:solidFill>
                          <a:latin typeface="Arial"/>
                          <a:cs typeface="Arial"/>
                        </a:rPr>
                        <a:t>How to print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noProof="0" dirty="0">
                          <a:solidFill>
                            <a:srgbClr val="D9D9D9"/>
                          </a:solidFill>
                          <a:latin typeface="Arial"/>
                          <a:cs typeface="Arial"/>
                        </a:rPr>
                        <a:t>When you are ready to have your poster printed go online to </a:t>
                      </a:r>
                      <a:r>
                        <a:rPr lang="en-US" sz="2800" noProof="0" dirty="0" err="1">
                          <a:solidFill>
                            <a:srgbClr val="FFC000"/>
                          </a:solidFill>
                          <a:latin typeface="Arial"/>
                          <a:cs typeface="Arial"/>
                        </a:rPr>
                        <a:t>PosterPresentations.com</a:t>
                      </a:r>
                      <a:r>
                        <a:rPr lang="en-US" sz="2800" noProof="0" dirty="0">
                          <a:solidFill>
                            <a:srgbClr val="D9D9D9"/>
                          </a:solidFill>
                          <a:latin typeface="Arial"/>
                          <a:cs typeface="Arial"/>
                        </a:rPr>
                        <a:t> and click on the "</a:t>
                      </a:r>
                      <a:r>
                        <a:rPr lang="en-US" sz="2800" noProof="0" dirty="0">
                          <a:solidFill>
                            <a:srgbClr val="FFC000"/>
                          </a:solidFill>
                          <a:latin typeface="Arial"/>
                          <a:cs typeface="Arial"/>
                        </a:rPr>
                        <a:t>Order Your Poster</a:t>
                      </a:r>
                      <a:r>
                        <a:rPr lang="en-US" sz="2800" noProof="0" dirty="0">
                          <a:solidFill>
                            <a:srgbClr val="D9D9D9"/>
                          </a:solidFill>
                          <a:latin typeface="Arial"/>
                          <a:cs typeface="Arial"/>
                        </a:rPr>
                        <a:t>" button. You can have your poster printed on professional papers, fabric for easy traveling and a variety of other materials. </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noProof="0" dirty="0">
                          <a:solidFill>
                            <a:srgbClr val="D9D9D9"/>
                          </a:solidFill>
                          <a:latin typeface="Arial"/>
                          <a:cs typeface="Arial"/>
                        </a:rPr>
                        <a:t>If you submit a PowerPoint document, you will be receiving a PDF proof for your approval prior to printing. If your order is placed and paid for before noon (Pacific time) Monday-Friday, your order will ship out that same day. FedEx Next day, Second day, Third day, and Free Ground services are offered. </a:t>
                      </a:r>
                    </a:p>
                    <a:p>
                      <a:pPr marL="0" marR="0" lvl="0" indent="0" algn="l" defTabSz="114300" rtl="0" eaLnBrk="1" fontAlgn="auto" latinLnBrk="0" hangingPunct="1">
                        <a:lnSpc>
                          <a:spcPct val="100000"/>
                        </a:lnSpc>
                        <a:spcBef>
                          <a:spcPts val="0"/>
                        </a:spcBef>
                        <a:spcAft>
                          <a:spcPts val="0"/>
                        </a:spcAft>
                        <a:buClrTx/>
                        <a:buSzTx/>
                        <a:buFontTx/>
                        <a:buNone/>
                        <a:tabLst/>
                        <a:defRPr/>
                      </a:pPr>
                      <a:br>
                        <a:rPr lang="en-US" sz="2800" noProof="0" dirty="0">
                          <a:solidFill>
                            <a:srgbClr val="D9D9D9"/>
                          </a:solidFill>
                          <a:latin typeface="Arial"/>
                          <a:cs typeface="Arial"/>
                        </a:rPr>
                      </a:br>
                      <a:r>
                        <a:rPr lang="en-US" sz="2800" noProof="0" dirty="0">
                          <a:solidFill>
                            <a:srgbClr val="D9D9D9"/>
                          </a:solidFill>
                          <a:latin typeface="Arial"/>
                          <a:cs typeface="Arial"/>
                        </a:rPr>
                        <a:t>Go to </a:t>
                      </a:r>
                      <a:r>
                        <a:rPr lang="en-US" sz="2800" noProof="0" dirty="0" err="1">
                          <a:solidFill>
                            <a:srgbClr val="FFC000"/>
                          </a:solidFill>
                          <a:latin typeface="Arial"/>
                          <a:cs typeface="Arial"/>
                        </a:rPr>
                        <a:t>PosterPresentations.com</a:t>
                      </a:r>
                      <a:r>
                        <a:rPr lang="en-US" sz="2800" noProof="0" dirty="0">
                          <a:solidFill>
                            <a:srgbClr val="D9D9D9"/>
                          </a:solidFill>
                          <a:latin typeface="Arial"/>
                          <a:cs typeface="Arial"/>
                        </a:rPr>
                        <a:t> for more information.</a:t>
                      </a:r>
                    </a:p>
                  </a:txBody>
                  <a:tcPr marL="182880" marT="137160">
                    <a:solidFill>
                      <a:srgbClr val="01010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7"/>
                  </a:ext>
                </a:extLst>
              </a:tr>
              <a:tr h="1458719">
                <a:tc gridSpan="3">
                  <a:txBody>
                    <a:bodyPr/>
                    <a:lstStyle/>
                    <a:p>
                      <a:endParaRPr lang="en-US" sz="2800" dirty="0">
                        <a:solidFill>
                          <a:srgbClr val="1F3A4E"/>
                        </a:solidFill>
                      </a:endParaRPr>
                    </a:p>
                  </a:txBody>
                  <a:tcPr marL="182880" marT="137160">
                    <a:blipFill dpi="0" rotWithShape="1">
                      <a:blip r:embed="rId9">
                        <a:extLst>
                          <a:ext uri="{28A0092B-C50C-407E-A947-70E740481C1C}">
                            <a14:useLocalDpi xmlns:a14="http://schemas.microsoft.com/office/drawing/2010/main" val="0"/>
                          </a:ext>
                        </a:extLst>
                      </a:blip>
                      <a:srcRect/>
                      <a:stretch>
                        <a:fillRect/>
                      </a:stretch>
                    </a:blip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8"/>
                  </a:ext>
                </a:extLst>
              </a:tr>
              <a:tr h="1982842">
                <a:tc gridSpan="2">
                  <a:txBody>
                    <a:bodyPr/>
                    <a:lstStyle/>
                    <a:p>
                      <a:pPr>
                        <a:lnSpc>
                          <a:spcPts val="2600"/>
                        </a:lnSpc>
                      </a:pPr>
                      <a:r>
                        <a:rPr lang="en-US" sz="2400" dirty="0">
                          <a:solidFill>
                            <a:schemeClr val="bg1">
                              <a:lumMod val="85000"/>
                            </a:schemeClr>
                          </a:solidFill>
                          <a:latin typeface="Arial"/>
                          <a:cs typeface="Arial"/>
                        </a:rPr>
                        <a:t>© 2019</a:t>
                      </a:r>
                      <a:r>
                        <a:rPr lang="en-US" sz="2400" baseline="0" dirty="0">
                          <a:solidFill>
                            <a:schemeClr val="bg1">
                              <a:lumMod val="85000"/>
                            </a:schemeClr>
                          </a:solidFill>
                          <a:latin typeface="Arial"/>
                          <a:cs typeface="Arial"/>
                        </a:rPr>
                        <a:t> </a:t>
                      </a:r>
                      <a:r>
                        <a:rPr lang="en-US" sz="2400" dirty="0" err="1">
                          <a:solidFill>
                            <a:schemeClr val="bg1">
                              <a:lumMod val="85000"/>
                            </a:schemeClr>
                          </a:solidFill>
                          <a:latin typeface="Arial"/>
                          <a:cs typeface="Arial"/>
                        </a:rPr>
                        <a:t>PosterPresentations.com</a:t>
                      </a:r>
                      <a:br>
                        <a:rPr lang="en-US" sz="2400" dirty="0">
                          <a:solidFill>
                            <a:schemeClr val="bg1">
                              <a:lumMod val="85000"/>
                            </a:schemeClr>
                          </a:solidFill>
                          <a:latin typeface="Arial"/>
                          <a:cs typeface="Arial"/>
                        </a:rPr>
                      </a:br>
                      <a:r>
                        <a:rPr lang="en-US" sz="2400" dirty="0">
                          <a:solidFill>
                            <a:schemeClr val="bg1">
                              <a:lumMod val="85000"/>
                            </a:schemeClr>
                          </a:solidFill>
                          <a:latin typeface="Arial"/>
                          <a:cs typeface="Arial"/>
                        </a:rPr>
                        <a:t>2117 Fourth Street ,</a:t>
                      </a:r>
                      <a:r>
                        <a:rPr lang="en-US" sz="2400" baseline="0" dirty="0">
                          <a:solidFill>
                            <a:schemeClr val="bg1">
                              <a:lumMod val="85000"/>
                            </a:schemeClr>
                          </a:solidFill>
                          <a:latin typeface="Arial"/>
                          <a:cs typeface="Arial"/>
                        </a:rPr>
                        <a:t> STE C        </a:t>
                      </a:r>
                    </a:p>
                    <a:p>
                      <a:pPr>
                        <a:lnSpc>
                          <a:spcPts val="2600"/>
                        </a:lnSpc>
                      </a:pPr>
                      <a:r>
                        <a:rPr lang="en-US" sz="2400" baseline="0" dirty="0">
                          <a:solidFill>
                            <a:schemeClr val="bg1">
                              <a:lumMod val="85000"/>
                            </a:schemeClr>
                          </a:solidFill>
                          <a:latin typeface="Arial"/>
                          <a:cs typeface="Arial"/>
                        </a:rPr>
                        <a:t>Berkeley CA 94710 USA</a:t>
                      </a:r>
                      <a:endParaRPr lang="en-US" sz="2400" dirty="0">
                        <a:solidFill>
                          <a:schemeClr val="bg1">
                            <a:lumMod val="85000"/>
                          </a:schemeClr>
                        </a:solidFill>
                        <a:latin typeface="Arial"/>
                        <a:cs typeface="Arial"/>
                      </a:endParaRPr>
                    </a:p>
                  </a:txBody>
                  <a:tcPr marL="182880" marT="137160">
                    <a:solidFill>
                      <a:srgbClr val="010101"/>
                    </a:solidFill>
                  </a:tcPr>
                </a:tc>
                <a:tc hMerge="1">
                  <a:txBody>
                    <a:bodyPr/>
                    <a:lstStyle/>
                    <a:p>
                      <a:pPr>
                        <a:lnSpc>
                          <a:spcPts val="2600"/>
                        </a:lnSpc>
                      </a:pPr>
                      <a:endParaRPr lang="en-US" sz="2400" dirty="0">
                        <a:solidFill>
                          <a:schemeClr val="bg1">
                            <a:lumMod val="85000"/>
                          </a:schemeClr>
                        </a:solidFill>
                        <a:latin typeface="Arial"/>
                        <a:cs typeface="Arial"/>
                      </a:endParaRPr>
                    </a:p>
                  </a:txBody>
                  <a:tcPr marL="182880" marT="137160">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2800" b="1" dirty="0">
                          <a:solidFill>
                            <a:srgbClr val="D0D0D0"/>
                          </a:solidFill>
                          <a:latin typeface="Arial"/>
                          <a:cs typeface="Arial"/>
                        </a:rPr>
                        <a:t>For complete tutorials</a:t>
                      </a:r>
                      <a:r>
                        <a:rPr lang="en-US" sz="2800" b="1" baseline="0" dirty="0">
                          <a:solidFill>
                            <a:srgbClr val="D0D0D0"/>
                          </a:solidFill>
                          <a:latin typeface="Arial"/>
                          <a:cs typeface="Arial"/>
                        </a:rPr>
                        <a:t> visit:</a:t>
                      </a:r>
                    </a:p>
                    <a:p>
                      <a:pPr marL="0" marR="0" indent="0" algn="l" defTabSz="4388900" rtl="0" eaLnBrk="1" fontAlgn="auto" latinLnBrk="0" hangingPunct="1">
                        <a:lnSpc>
                          <a:spcPct val="100000"/>
                        </a:lnSpc>
                        <a:spcBef>
                          <a:spcPts val="0"/>
                        </a:spcBef>
                        <a:spcAft>
                          <a:spcPts val="0"/>
                        </a:spcAft>
                        <a:buClrTx/>
                        <a:buSzTx/>
                        <a:buFontTx/>
                        <a:buNone/>
                        <a:tabLst/>
                        <a:defRPr/>
                      </a:pPr>
                      <a:r>
                        <a:rPr lang="en-US" sz="2000" b="1" dirty="0">
                          <a:solidFill>
                            <a:srgbClr val="FFC000"/>
                          </a:solidFill>
                          <a:latin typeface="Arial"/>
                          <a:cs typeface="Arial"/>
                        </a:rPr>
                        <a:t>https://</a:t>
                      </a:r>
                      <a:r>
                        <a:rPr lang="en-US" sz="2000" b="1" dirty="0" err="1">
                          <a:solidFill>
                            <a:srgbClr val="FFC000"/>
                          </a:solidFill>
                          <a:latin typeface="Arial"/>
                          <a:cs typeface="Arial"/>
                        </a:rPr>
                        <a:t>www.posterpresentations.com</a:t>
                      </a:r>
                      <a:r>
                        <a:rPr lang="en-US" sz="2000" b="1" dirty="0">
                          <a:solidFill>
                            <a:srgbClr val="FFC000"/>
                          </a:solidFill>
                          <a:latin typeface="Arial"/>
                          <a:cs typeface="Arial"/>
                        </a:rPr>
                        <a:t>/</a:t>
                      </a:r>
                      <a:r>
                        <a:rPr lang="en-US" sz="2000" b="1" dirty="0" err="1">
                          <a:solidFill>
                            <a:srgbClr val="FFC000"/>
                          </a:solidFill>
                          <a:latin typeface="Arial"/>
                          <a:cs typeface="Arial"/>
                        </a:rPr>
                        <a:t>helpdesk.html</a:t>
                      </a:r>
                      <a:endParaRPr lang="en-US" sz="16600" dirty="0"/>
                    </a:p>
                  </a:txBody>
                  <a:tcPr marL="182880" marT="137160">
                    <a:solidFill>
                      <a:srgbClr val="010101"/>
                    </a:solidFill>
                  </a:tcPr>
                </a:tc>
                <a:extLst>
                  <a:ext uri="{0D108BD9-81ED-4DB2-BD59-A6C34878D82A}">
                    <a16:rowId xmlns:a16="http://schemas.microsoft.com/office/drawing/2014/main" val="10009"/>
                  </a:ext>
                </a:extLst>
              </a:tr>
            </a:tbl>
          </a:graphicData>
        </a:graphic>
      </p:graphicFrame>
      <p:sp>
        <p:nvSpPr>
          <p:cNvPr id="3" name="Rounded Rectangle 43">
            <a:extLst>
              <a:ext uri="{FF2B5EF4-FFF2-40B4-BE49-F238E27FC236}">
                <a16:creationId xmlns:a16="http://schemas.microsoft.com/office/drawing/2014/main" id="{F87FE422-65C0-7625-19E9-8153A1DA2969}"/>
              </a:ext>
            </a:extLst>
          </p:cNvPr>
          <p:cNvSpPr/>
          <p:nvPr userDrawn="1"/>
        </p:nvSpPr>
        <p:spPr>
          <a:xfrm>
            <a:off x="656975" y="18541997"/>
            <a:ext cx="14291153" cy="13395560"/>
          </a:xfrm>
          <a:prstGeom prst="roundRect">
            <a:avLst>
              <a:gd name="adj" fmla="val 1956"/>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ounded Rectangle 43">
            <a:extLst>
              <a:ext uri="{FF2B5EF4-FFF2-40B4-BE49-F238E27FC236}">
                <a16:creationId xmlns:a16="http://schemas.microsoft.com/office/drawing/2014/main" id="{A5CD2FC2-4FA9-6513-0C4E-30C5331420AC}"/>
              </a:ext>
            </a:extLst>
          </p:cNvPr>
          <p:cNvSpPr/>
          <p:nvPr userDrawn="1"/>
        </p:nvSpPr>
        <p:spPr>
          <a:xfrm>
            <a:off x="656974" y="32165573"/>
            <a:ext cx="14291153" cy="9595571"/>
          </a:xfrm>
          <a:prstGeom prst="roundRect">
            <a:avLst>
              <a:gd name="adj" fmla="val 1956"/>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3">
            <a:extLst>
              <a:ext uri="{FF2B5EF4-FFF2-40B4-BE49-F238E27FC236}">
                <a16:creationId xmlns:a16="http://schemas.microsoft.com/office/drawing/2014/main" id="{E3326C0A-A5BF-1D4F-C05F-78EE9539F317}"/>
              </a:ext>
            </a:extLst>
          </p:cNvPr>
          <p:cNvSpPr/>
          <p:nvPr userDrawn="1"/>
        </p:nvSpPr>
        <p:spPr>
          <a:xfrm>
            <a:off x="15327085" y="38078229"/>
            <a:ext cx="14291153" cy="3682916"/>
          </a:xfrm>
          <a:prstGeom prst="roundRect">
            <a:avLst>
              <a:gd name="adj" fmla="val 1956"/>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 bg1="lt1" tx1="dk1" bg2="lt2" tx2="dk2" accent1="accent1" accent2="accent2" accent3="accent3" accent4="accent4" accent5="accent5" accent6="accent6" hlink="hlink" folHlink="folHlink"/>
  <p:sldLayoutIdLst>
    <p:sldLayoutId id="2147483659" r:id="rId1"/>
  </p:sldLayoutIdLst>
  <p:txStyles>
    <p:titleStyle>
      <a:lvl1pPr algn="ctr" defTabSz="4298410" rtl="0" eaLnBrk="1" latinLnBrk="0" hangingPunct="1">
        <a:spcBef>
          <a:spcPct val="0"/>
        </a:spcBef>
        <a:buNone/>
        <a:defRPr sz="8500" kern="1200">
          <a:solidFill>
            <a:schemeClr val="bg1"/>
          </a:solidFill>
          <a:latin typeface="Trebuchet MS" pitchFamily="34" charset="0"/>
          <a:ea typeface="+mj-ea"/>
          <a:cs typeface="+mj-cs"/>
        </a:defRPr>
      </a:lvl1pPr>
    </p:titleStyle>
    <p:bodyStyle>
      <a:lvl1pPr marL="1611903" indent="-1611903" algn="l" defTabSz="4298410" rtl="0" eaLnBrk="1" latinLnBrk="0" hangingPunct="1">
        <a:spcBef>
          <a:spcPct val="20000"/>
        </a:spcBef>
        <a:buFont typeface="Arial" pitchFamily="34" charset="0"/>
        <a:buChar char="•"/>
        <a:defRPr sz="15100" kern="1200">
          <a:solidFill>
            <a:schemeClr val="tx1"/>
          </a:solidFill>
          <a:latin typeface="+mn-lt"/>
          <a:ea typeface="+mn-ea"/>
          <a:cs typeface="+mn-cs"/>
        </a:defRPr>
      </a:lvl1pPr>
      <a:lvl2pPr marL="3492457" indent="-1343252" algn="l" defTabSz="4298410" rtl="0" eaLnBrk="1" latinLnBrk="0" hangingPunct="1">
        <a:spcBef>
          <a:spcPct val="20000"/>
        </a:spcBef>
        <a:buFont typeface="Arial" pitchFamily="34" charset="0"/>
        <a:buChar char="–"/>
        <a:defRPr sz="13300" kern="1200">
          <a:solidFill>
            <a:schemeClr val="tx1"/>
          </a:solidFill>
          <a:latin typeface="+mn-lt"/>
          <a:ea typeface="+mn-ea"/>
          <a:cs typeface="+mn-cs"/>
        </a:defRPr>
      </a:lvl2pPr>
      <a:lvl3pPr marL="5373012" indent="-1074603" algn="l" defTabSz="4298410" rtl="0" eaLnBrk="1" latinLnBrk="0" hangingPunct="1">
        <a:spcBef>
          <a:spcPct val="20000"/>
        </a:spcBef>
        <a:buFont typeface="Arial" pitchFamily="34" charset="0"/>
        <a:buChar char="•"/>
        <a:defRPr sz="11300" kern="1200">
          <a:solidFill>
            <a:schemeClr val="tx1"/>
          </a:solidFill>
          <a:latin typeface="+mn-lt"/>
          <a:ea typeface="+mn-ea"/>
          <a:cs typeface="+mn-cs"/>
        </a:defRPr>
      </a:lvl3pPr>
      <a:lvl4pPr marL="7522217" indent="-1074603" algn="l" defTabSz="4298410" rtl="0" eaLnBrk="1" latinLnBrk="0" hangingPunct="1">
        <a:spcBef>
          <a:spcPct val="20000"/>
        </a:spcBef>
        <a:buFont typeface="Arial" pitchFamily="34" charset="0"/>
        <a:buChar char="–"/>
        <a:defRPr sz="9500" kern="1200">
          <a:solidFill>
            <a:schemeClr val="tx1"/>
          </a:solidFill>
          <a:latin typeface="+mn-lt"/>
          <a:ea typeface="+mn-ea"/>
          <a:cs typeface="+mn-cs"/>
        </a:defRPr>
      </a:lvl4pPr>
      <a:lvl5pPr marL="9671420" indent="-1074603" algn="l" defTabSz="4298410" rtl="0" eaLnBrk="1" latinLnBrk="0" hangingPunct="1">
        <a:spcBef>
          <a:spcPct val="20000"/>
        </a:spcBef>
        <a:buFont typeface="Arial" pitchFamily="34" charset="0"/>
        <a:buChar char="»"/>
        <a:defRPr sz="9500" kern="1200">
          <a:solidFill>
            <a:schemeClr val="tx1"/>
          </a:solidFill>
          <a:latin typeface="+mn-lt"/>
          <a:ea typeface="+mn-ea"/>
          <a:cs typeface="+mn-cs"/>
        </a:defRPr>
      </a:lvl5pPr>
      <a:lvl6pPr marL="11820625" indent="-1074603" algn="l" defTabSz="4298410" rtl="0" eaLnBrk="1" latinLnBrk="0" hangingPunct="1">
        <a:spcBef>
          <a:spcPct val="20000"/>
        </a:spcBef>
        <a:buFont typeface="Arial" pitchFamily="34" charset="0"/>
        <a:buChar char="•"/>
        <a:defRPr sz="9500" kern="1200">
          <a:solidFill>
            <a:schemeClr val="tx1"/>
          </a:solidFill>
          <a:latin typeface="+mn-lt"/>
          <a:ea typeface="+mn-ea"/>
          <a:cs typeface="+mn-cs"/>
        </a:defRPr>
      </a:lvl6pPr>
      <a:lvl7pPr marL="13969828" indent="-1074603" algn="l" defTabSz="4298410" rtl="0" eaLnBrk="1" latinLnBrk="0" hangingPunct="1">
        <a:spcBef>
          <a:spcPct val="20000"/>
        </a:spcBef>
        <a:buFont typeface="Arial" pitchFamily="34" charset="0"/>
        <a:buChar char="•"/>
        <a:defRPr sz="9500" kern="1200">
          <a:solidFill>
            <a:schemeClr val="tx1"/>
          </a:solidFill>
          <a:latin typeface="+mn-lt"/>
          <a:ea typeface="+mn-ea"/>
          <a:cs typeface="+mn-cs"/>
        </a:defRPr>
      </a:lvl7pPr>
      <a:lvl8pPr marL="16119034" indent="-1074603" algn="l" defTabSz="4298410" rtl="0" eaLnBrk="1" latinLnBrk="0" hangingPunct="1">
        <a:spcBef>
          <a:spcPct val="20000"/>
        </a:spcBef>
        <a:buFont typeface="Arial" pitchFamily="34" charset="0"/>
        <a:buChar char="•"/>
        <a:defRPr sz="9500" kern="1200">
          <a:solidFill>
            <a:schemeClr val="tx1"/>
          </a:solidFill>
          <a:latin typeface="+mn-lt"/>
          <a:ea typeface="+mn-ea"/>
          <a:cs typeface="+mn-cs"/>
        </a:defRPr>
      </a:lvl8pPr>
      <a:lvl9pPr marL="18268238" indent="-1074603" algn="l" defTabSz="4298410" rtl="0" eaLnBrk="1" latinLnBrk="0" hangingPunct="1">
        <a:spcBef>
          <a:spcPct val="20000"/>
        </a:spcBef>
        <a:buFont typeface="Arial" pitchFamily="34" charset="0"/>
        <a:buChar char="•"/>
        <a:defRPr sz="9500" kern="1200">
          <a:solidFill>
            <a:schemeClr val="tx1"/>
          </a:solidFill>
          <a:latin typeface="+mn-lt"/>
          <a:ea typeface="+mn-ea"/>
          <a:cs typeface="+mn-cs"/>
        </a:defRPr>
      </a:lvl9pPr>
    </p:bodyStyle>
    <p:otherStyle>
      <a:defPPr>
        <a:defRPr lang="en-US"/>
      </a:defPPr>
      <a:lvl1pPr marL="0" algn="l" defTabSz="4298410" rtl="0" eaLnBrk="1" latinLnBrk="0" hangingPunct="1">
        <a:defRPr sz="8500" kern="1200">
          <a:solidFill>
            <a:schemeClr val="tx1"/>
          </a:solidFill>
          <a:latin typeface="+mn-lt"/>
          <a:ea typeface="+mn-ea"/>
          <a:cs typeface="+mn-cs"/>
        </a:defRPr>
      </a:lvl1pPr>
      <a:lvl2pPr marL="2149205" algn="l" defTabSz="4298410" rtl="0" eaLnBrk="1" latinLnBrk="0" hangingPunct="1">
        <a:defRPr sz="8500" kern="1200">
          <a:solidFill>
            <a:schemeClr val="tx1"/>
          </a:solidFill>
          <a:latin typeface="+mn-lt"/>
          <a:ea typeface="+mn-ea"/>
          <a:cs typeface="+mn-cs"/>
        </a:defRPr>
      </a:lvl2pPr>
      <a:lvl3pPr marL="4298410" algn="l" defTabSz="4298410" rtl="0" eaLnBrk="1" latinLnBrk="0" hangingPunct="1">
        <a:defRPr sz="8500" kern="1200">
          <a:solidFill>
            <a:schemeClr val="tx1"/>
          </a:solidFill>
          <a:latin typeface="+mn-lt"/>
          <a:ea typeface="+mn-ea"/>
          <a:cs typeface="+mn-cs"/>
        </a:defRPr>
      </a:lvl3pPr>
      <a:lvl4pPr marL="6447613" algn="l" defTabSz="4298410" rtl="0" eaLnBrk="1" latinLnBrk="0" hangingPunct="1">
        <a:defRPr sz="8500" kern="1200">
          <a:solidFill>
            <a:schemeClr val="tx1"/>
          </a:solidFill>
          <a:latin typeface="+mn-lt"/>
          <a:ea typeface="+mn-ea"/>
          <a:cs typeface="+mn-cs"/>
        </a:defRPr>
      </a:lvl4pPr>
      <a:lvl5pPr marL="8596817" algn="l" defTabSz="4298410" rtl="0" eaLnBrk="1" latinLnBrk="0" hangingPunct="1">
        <a:defRPr sz="8500" kern="1200">
          <a:solidFill>
            <a:schemeClr val="tx1"/>
          </a:solidFill>
          <a:latin typeface="+mn-lt"/>
          <a:ea typeface="+mn-ea"/>
          <a:cs typeface="+mn-cs"/>
        </a:defRPr>
      </a:lvl5pPr>
      <a:lvl6pPr marL="10746023" algn="l" defTabSz="4298410" rtl="0" eaLnBrk="1" latinLnBrk="0" hangingPunct="1">
        <a:defRPr sz="8500" kern="1200">
          <a:solidFill>
            <a:schemeClr val="tx1"/>
          </a:solidFill>
          <a:latin typeface="+mn-lt"/>
          <a:ea typeface="+mn-ea"/>
          <a:cs typeface="+mn-cs"/>
        </a:defRPr>
      </a:lvl6pPr>
      <a:lvl7pPr marL="12895229" algn="l" defTabSz="4298410" rtl="0" eaLnBrk="1" latinLnBrk="0" hangingPunct="1">
        <a:defRPr sz="8500" kern="1200">
          <a:solidFill>
            <a:schemeClr val="tx1"/>
          </a:solidFill>
          <a:latin typeface="+mn-lt"/>
          <a:ea typeface="+mn-ea"/>
          <a:cs typeface="+mn-cs"/>
        </a:defRPr>
      </a:lvl7pPr>
      <a:lvl8pPr marL="15044432" algn="l" defTabSz="4298410" rtl="0" eaLnBrk="1" latinLnBrk="0" hangingPunct="1">
        <a:defRPr sz="8500" kern="1200">
          <a:solidFill>
            <a:schemeClr val="tx1"/>
          </a:solidFill>
          <a:latin typeface="+mn-lt"/>
          <a:ea typeface="+mn-ea"/>
          <a:cs typeface="+mn-cs"/>
        </a:defRPr>
      </a:lvl8pPr>
      <a:lvl9pPr marL="17193637" algn="l" defTabSz="4298410" rtl="0" eaLnBrk="1" latinLnBrk="0" hangingPunct="1">
        <a:defRPr sz="85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5" name="Rectangle 34"/>
          <p:cNvSpPr/>
          <p:nvPr userDrawn="1"/>
        </p:nvSpPr>
        <p:spPr>
          <a:xfrm rot="10800000">
            <a:off x="0" y="41761145"/>
            <a:ext cx="30275213" cy="1042617"/>
          </a:xfrm>
          <a:prstGeom prst="rect">
            <a:avLst/>
          </a:prstGeom>
          <a:gradFill flip="none" rotWithShape="1">
            <a:gsLst>
              <a:gs pos="0">
                <a:schemeClr val="accent1">
                  <a:tint val="66000"/>
                  <a:satMod val="160000"/>
                </a:schemeClr>
              </a:gs>
              <a:gs pos="100000">
                <a:schemeClr val="bg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p:cNvSpPr/>
          <p:nvPr userDrawn="1"/>
        </p:nvSpPr>
        <p:spPr>
          <a:xfrm>
            <a:off x="0" y="-3789"/>
            <a:ext cx="30275213" cy="1042617"/>
          </a:xfrm>
          <a:prstGeom prst="rect">
            <a:avLst/>
          </a:prstGeom>
          <a:gradFill flip="none" rotWithShape="1">
            <a:gsLst>
              <a:gs pos="0">
                <a:schemeClr val="accent1">
                  <a:tint val="66000"/>
                  <a:satMod val="160000"/>
                </a:schemeClr>
              </a:gs>
              <a:gs pos="100000">
                <a:schemeClr val="bg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p:cNvSpPr/>
          <p:nvPr userDrawn="1"/>
        </p:nvSpPr>
        <p:spPr>
          <a:xfrm>
            <a:off x="6096" y="5401249"/>
            <a:ext cx="30269117" cy="274521"/>
          </a:xfrm>
          <a:prstGeom prst="rect">
            <a:avLst/>
          </a:prstGeom>
          <a:gradFill>
            <a:gsLst>
              <a:gs pos="100000">
                <a:srgbClr val="DAE9F6"/>
              </a:gs>
              <a:gs pos="0">
                <a:schemeClr val="accent1">
                  <a:tint val="66000"/>
                  <a:satMod val="160000"/>
                </a:schemeClr>
              </a:gs>
              <a:gs pos="51000">
                <a:schemeClr val="bg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ounded Rectangle 49"/>
          <p:cNvSpPr/>
          <p:nvPr userDrawn="1"/>
        </p:nvSpPr>
        <p:spPr>
          <a:xfrm>
            <a:off x="728724" y="6011214"/>
            <a:ext cx="28912471" cy="35794436"/>
          </a:xfrm>
          <a:prstGeom prst="roundRect">
            <a:avLst>
              <a:gd name="adj" fmla="val 1956"/>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ext Box 14"/>
          <p:cNvSpPr txBox="1">
            <a:spLocks noChangeArrowheads="1"/>
          </p:cNvSpPr>
          <p:nvPr userDrawn="1"/>
        </p:nvSpPr>
        <p:spPr bwMode="auto">
          <a:xfrm>
            <a:off x="1538296" y="41989161"/>
            <a:ext cx="2234591" cy="322029"/>
          </a:xfrm>
          <a:prstGeom prst="rect">
            <a:avLst/>
          </a:prstGeom>
          <a:noFill/>
          <a:ln w="9525">
            <a:noFill/>
            <a:miter lim="800000"/>
            <a:headEnd/>
            <a:tailEnd/>
          </a:ln>
          <a:effectLst/>
        </p:spPr>
        <p:txBody>
          <a:bodyPr wrap="square" lIns="89381" tIns="44682" rIns="89381" bIns="44682">
            <a:spAutoFit/>
          </a:bodyPr>
          <a:lstStyle/>
          <a:p>
            <a:pPr eaLnBrk="0" hangingPunct="0">
              <a:lnSpc>
                <a:spcPct val="65000"/>
              </a:lnSpc>
              <a:spcBef>
                <a:spcPct val="50000"/>
              </a:spcBef>
              <a:defRPr/>
            </a:pPr>
            <a:r>
              <a:rPr lang="en-US" sz="500" b="1" dirty="0">
                <a:solidFill>
                  <a:schemeClr val="bg1">
                    <a:lumMod val="75000"/>
                  </a:schemeClr>
                </a:solidFill>
                <a:latin typeface="Arial" charset="0"/>
              </a:rPr>
              <a:t>RESEARCH POSTER PRESENTATION DESIGN © 2019</a:t>
            </a:r>
          </a:p>
          <a:p>
            <a:pPr eaLnBrk="0" hangingPunct="0">
              <a:lnSpc>
                <a:spcPct val="65000"/>
              </a:lnSpc>
              <a:spcBef>
                <a:spcPct val="50000"/>
              </a:spcBef>
              <a:defRPr/>
            </a:pPr>
            <a:r>
              <a:rPr lang="en-US" sz="1000" b="1" dirty="0">
                <a:solidFill>
                  <a:schemeClr val="bg1">
                    <a:lumMod val="75000"/>
                  </a:schemeClr>
                </a:solidFill>
                <a:latin typeface="Arial" charset="0"/>
              </a:rPr>
              <a:t>www.PosterPresentations.com</a:t>
            </a:r>
          </a:p>
        </p:txBody>
      </p:sp>
      <p:graphicFrame>
        <p:nvGraphicFramePr>
          <p:cNvPr id="53" name="Table 52">
            <a:extLst>
              <a:ext uri="{FF2B5EF4-FFF2-40B4-BE49-F238E27FC236}">
                <a16:creationId xmlns:a16="http://schemas.microsoft.com/office/drawing/2014/main" id="{E0666113-37E2-D64C-A81A-960F2B5EB28D}"/>
              </a:ext>
            </a:extLst>
          </p:cNvPr>
          <p:cNvGraphicFramePr>
            <a:graphicFrameLocks noGrp="1"/>
          </p:cNvGraphicFramePr>
          <p:nvPr userDrawn="1">
            <p:extLst>
              <p:ext uri="{D42A27DB-BD31-4B8C-83A1-F6EECF244321}">
                <p14:modId xmlns:p14="http://schemas.microsoft.com/office/powerpoint/2010/main" val="1482354703"/>
              </p:ext>
            </p:extLst>
          </p:nvPr>
        </p:nvGraphicFramePr>
        <p:xfrm>
          <a:off x="-13167360" y="34253"/>
          <a:ext cx="12558753" cy="42958254"/>
        </p:xfrm>
        <a:graphic>
          <a:graphicData uri="http://schemas.openxmlformats.org/drawingml/2006/table">
            <a:tbl>
              <a:tblPr firstRow="1" bandRow="1">
                <a:tableStyleId>{5C22544A-7EE6-4342-B048-85BDC9FD1C3A}</a:tableStyleId>
              </a:tblPr>
              <a:tblGrid>
                <a:gridCol w="5385092">
                  <a:extLst>
                    <a:ext uri="{9D8B030D-6E8A-4147-A177-3AD203B41FA5}">
                      <a16:colId xmlns:a16="http://schemas.microsoft.com/office/drawing/2014/main" val="20000"/>
                    </a:ext>
                  </a:extLst>
                </a:gridCol>
                <a:gridCol w="7173661">
                  <a:extLst>
                    <a:ext uri="{9D8B030D-6E8A-4147-A177-3AD203B41FA5}">
                      <a16:colId xmlns:a16="http://schemas.microsoft.com/office/drawing/2014/main" val="20001"/>
                    </a:ext>
                  </a:extLst>
                </a:gridCol>
              </a:tblGrid>
              <a:tr h="1655765">
                <a:tc gridSpan="2">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4400" b="0" spc="600" dirty="0">
                          <a:solidFill>
                            <a:srgbClr val="1F3A4E"/>
                          </a:solidFill>
                          <a:latin typeface="Arial Black" panose="020B0A04020102020204" pitchFamily="34" charset="0"/>
                        </a:rPr>
                        <a:t>QUICK START GUIDE</a:t>
                      </a:r>
                      <a:br>
                        <a:rPr lang="en-US" sz="4400" b="0" spc="600" dirty="0">
                          <a:solidFill>
                            <a:srgbClr val="1F3A4E"/>
                          </a:solidFill>
                          <a:latin typeface="Arial Black" panose="020B0A04020102020204" pitchFamily="34" charset="0"/>
                        </a:rPr>
                      </a:br>
                      <a:r>
                        <a:rPr lang="en-US" sz="3600" b="1" spc="0" dirty="0">
                          <a:solidFill>
                            <a:srgbClr val="FF0000"/>
                          </a:solidFill>
                          <a:latin typeface="Trebuchet MS" pitchFamily="34" charset="0"/>
                        </a:rPr>
                        <a:t>(THIS SIDEBAR WILL NOT PRINT)</a:t>
                      </a:r>
                      <a:endParaRPr lang="en-US" sz="4400" b="1" spc="600" dirty="0">
                        <a:solidFill>
                          <a:schemeClr val="bg1"/>
                        </a:solidFill>
                        <a:latin typeface="Trebuchet MS" pitchFamily="34" charset="0"/>
                      </a:endParaRPr>
                    </a:p>
                  </a:txBody>
                  <a:tcPr marL="182880" marT="137160">
                    <a:solidFill>
                      <a:srgbClr val="FFC000"/>
                    </a:solidFill>
                  </a:tcPr>
                </a:tc>
                <a:tc hMerge="1">
                  <a:txBody>
                    <a:bodyPr/>
                    <a:lstStyle/>
                    <a:p>
                      <a:endParaRPr lang="en-US" dirty="0"/>
                    </a:p>
                  </a:txBody>
                  <a:tcPr/>
                </a:tc>
                <a:extLst>
                  <a:ext uri="{0D108BD9-81ED-4DB2-BD59-A6C34878D82A}">
                    <a16:rowId xmlns:a16="http://schemas.microsoft.com/office/drawing/2014/main" val="10000"/>
                  </a:ext>
                </a:extLst>
              </a:tr>
              <a:tr h="5089937">
                <a:tc gridSpan="2">
                  <a:txBody>
                    <a:bodyPr/>
                    <a:lstStyle/>
                    <a:p>
                      <a:pPr defTabSz="3765639"/>
                      <a:r>
                        <a:rPr lang="en-US" sz="2800" i="0" dirty="0">
                          <a:solidFill>
                            <a:srgbClr val="D9D9D9"/>
                          </a:solidFill>
                          <a:latin typeface="Arial"/>
                          <a:cs typeface="Arial"/>
                        </a:rPr>
                        <a:t>This PowerPoint template produces a </a:t>
                      </a:r>
                      <a:r>
                        <a:rPr lang="en-US" sz="2800" i="0" dirty="0">
                          <a:solidFill>
                            <a:srgbClr val="FFC000"/>
                          </a:solidFill>
                          <a:latin typeface="Arial"/>
                          <a:cs typeface="Arial"/>
                        </a:rPr>
                        <a:t>A0 </a:t>
                      </a:r>
                      <a:r>
                        <a:rPr lang="en-US" sz="2800" i="0" dirty="0">
                          <a:solidFill>
                            <a:srgbClr val="D9D9D9"/>
                          </a:solidFill>
                          <a:latin typeface="Arial"/>
                          <a:cs typeface="Arial"/>
                        </a:rPr>
                        <a:t>presentation poster. You can use it to create your research poster by placing your title, subtitle, text, tables, charts and photos. </a:t>
                      </a:r>
                    </a:p>
                    <a:p>
                      <a:pPr defTabSz="3765639"/>
                      <a:endParaRPr lang="en-US" sz="2800" i="0" dirty="0">
                        <a:solidFill>
                          <a:srgbClr val="D9D9D9"/>
                        </a:solidFill>
                        <a:latin typeface="Arial"/>
                        <a:cs typeface="Arial"/>
                      </a:endParaRPr>
                    </a:p>
                    <a:p>
                      <a:pPr defTabSz="3765639"/>
                      <a:r>
                        <a:rPr lang="en-US" sz="2800" i="0" dirty="0">
                          <a:solidFill>
                            <a:srgbClr val="D9D9D9"/>
                          </a:solidFill>
                          <a:latin typeface="Arial"/>
                          <a:cs typeface="Arial"/>
                        </a:rPr>
                        <a:t>We provide a series of online tutorials that will guide you through the poster design process and answer your poster production questions. For complete template tutorials, go online to </a:t>
                      </a:r>
                      <a:r>
                        <a:rPr lang="en-US" sz="2800" i="0" dirty="0" err="1">
                          <a:solidFill>
                            <a:srgbClr val="FFC000"/>
                          </a:solidFill>
                          <a:latin typeface="Arial"/>
                          <a:cs typeface="Arial"/>
                        </a:rPr>
                        <a:t>PosterPresentations.com</a:t>
                      </a:r>
                      <a:r>
                        <a:rPr lang="en-US" sz="2800" i="0" dirty="0">
                          <a:solidFill>
                            <a:srgbClr val="D9D9D9"/>
                          </a:solidFill>
                          <a:latin typeface="Arial"/>
                          <a:cs typeface="Arial"/>
                        </a:rPr>
                        <a:t> and click on the  </a:t>
                      </a:r>
                      <a:r>
                        <a:rPr lang="en-US" sz="2800" i="0" dirty="0">
                          <a:solidFill>
                            <a:srgbClr val="FFC000"/>
                          </a:solidFill>
                          <a:latin typeface="Arial"/>
                          <a:cs typeface="Arial"/>
                        </a:rPr>
                        <a:t>HELP DESK</a:t>
                      </a:r>
                      <a:r>
                        <a:rPr lang="en-US" sz="2800" i="0" baseline="0" dirty="0">
                          <a:solidFill>
                            <a:srgbClr val="D9D9D9"/>
                          </a:solidFill>
                          <a:latin typeface="Arial"/>
                          <a:cs typeface="Arial"/>
                        </a:rPr>
                        <a:t> </a:t>
                      </a:r>
                      <a:r>
                        <a:rPr lang="en-US" sz="2800" i="0" dirty="0">
                          <a:solidFill>
                            <a:srgbClr val="D9D9D9"/>
                          </a:solidFill>
                          <a:latin typeface="Arial"/>
                          <a:cs typeface="Arial"/>
                        </a:rPr>
                        <a:t>tab.</a:t>
                      </a:r>
                    </a:p>
                    <a:p>
                      <a:pPr defTabSz="3765639"/>
                      <a:endParaRPr lang="en-US" sz="2800" i="0" dirty="0">
                        <a:solidFill>
                          <a:srgbClr val="D9D9D9"/>
                        </a:solidFill>
                        <a:latin typeface="Arial"/>
                        <a:cs typeface="Arial"/>
                      </a:endParaRPr>
                    </a:p>
                    <a:p>
                      <a:pPr defTabSz="3765639"/>
                      <a:r>
                        <a:rPr lang="en-US" sz="2800" i="0" dirty="0">
                          <a:solidFill>
                            <a:srgbClr val="D9D9D9"/>
                          </a:solidFill>
                          <a:latin typeface="Arial"/>
                          <a:cs typeface="Arial"/>
                        </a:rPr>
                        <a:t>To print your poster using our same-day professional printing service, go online to </a:t>
                      </a:r>
                      <a:r>
                        <a:rPr lang="en-US" sz="2800" i="0" dirty="0" err="1">
                          <a:solidFill>
                            <a:srgbClr val="FFC000"/>
                          </a:solidFill>
                          <a:latin typeface="Arial"/>
                          <a:cs typeface="Arial"/>
                        </a:rPr>
                        <a:t>PosterPresentations.com</a:t>
                      </a:r>
                      <a:r>
                        <a:rPr lang="en-US" sz="2800" i="0" dirty="0">
                          <a:solidFill>
                            <a:srgbClr val="D9D9D9"/>
                          </a:solidFill>
                          <a:latin typeface="Arial"/>
                          <a:cs typeface="Arial"/>
                        </a:rPr>
                        <a:t> and click on "</a:t>
                      </a:r>
                      <a:r>
                        <a:rPr lang="en-US" sz="2800" i="0" dirty="0">
                          <a:solidFill>
                            <a:srgbClr val="FFC000"/>
                          </a:solidFill>
                          <a:latin typeface="Arial"/>
                          <a:cs typeface="Arial"/>
                        </a:rPr>
                        <a:t>Order your poster</a:t>
                      </a:r>
                      <a:r>
                        <a:rPr lang="en-US" sz="2800" i="0" dirty="0">
                          <a:solidFill>
                            <a:srgbClr val="D9D9D9"/>
                          </a:solidFill>
                          <a:latin typeface="Arial"/>
                          <a:cs typeface="Arial"/>
                        </a:rPr>
                        <a:t>".</a:t>
                      </a:r>
                      <a:endParaRPr lang="en-US" sz="2800" b="1" dirty="0">
                        <a:solidFill>
                          <a:srgbClr val="D9D9D9"/>
                        </a:solidFill>
                        <a:latin typeface="Arial"/>
                        <a:cs typeface="Arial"/>
                      </a:endParaRPr>
                    </a:p>
                  </a:txBody>
                  <a:tcPr marL="182880" marT="137160">
                    <a:solidFill>
                      <a:srgbClr val="010101"/>
                    </a:solidFill>
                  </a:tcPr>
                </a:tc>
                <a:tc hMerge="1">
                  <a:txBody>
                    <a:bodyPr/>
                    <a:lstStyle/>
                    <a:p>
                      <a:pPr marL="0" indent="0" algn="l" defTabSz="114300"/>
                      <a:endParaRPr lang="en-US" sz="2400" b="0" baseline="0" dirty="0">
                        <a:solidFill>
                          <a:srgbClr val="FFC000"/>
                        </a:solidFill>
                        <a:latin typeface="Arial" panose="020B0604020202020204" pitchFamily="34" charset="0"/>
                        <a:cs typeface="Arial" panose="020B0604020202020204" pitchFamily="34" charset="0"/>
                      </a:endParaRPr>
                    </a:p>
                  </a:txBody>
                  <a:tcPr>
                    <a:solidFill>
                      <a:schemeClr val="tx1">
                        <a:lumMod val="95000"/>
                        <a:lumOff val="5000"/>
                      </a:schemeClr>
                    </a:solidFill>
                  </a:tcPr>
                </a:tc>
                <a:extLst>
                  <a:ext uri="{0D108BD9-81ED-4DB2-BD59-A6C34878D82A}">
                    <a16:rowId xmlns:a16="http://schemas.microsoft.com/office/drawing/2014/main" val="677555919"/>
                  </a:ext>
                </a:extLst>
              </a:tr>
              <a:tr h="6071131">
                <a:tc>
                  <a:txBody>
                    <a:bodyPr/>
                    <a:lstStyle/>
                    <a:p>
                      <a:pPr algn="ctr"/>
                      <a:endParaRPr lang="en-US" sz="2800" dirty="0">
                        <a:solidFill>
                          <a:srgbClr val="1F3A4E"/>
                        </a:solidFill>
                      </a:endParaRPr>
                    </a:p>
                    <a:p>
                      <a:pPr algn="ctr"/>
                      <a:endParaRPr lang="en-US" sz="2800" dirty="0">
                        <a:solidFill>
                          <a:srgbClr val="1F3A4E"/>
                        </a:solidFill>
                      </a:endParaRPr>
                    </a:p>
                    <a:p>
                      <a:pPr algn="ctr"/>
                      <a:r>
                        <a:rPr lang="en-US" sz="2800" dirty="0">
                          <a:solidFill>
                            <a:schemeClr val="bg1"/>
                          </a:solidFill>
                          <a:latin typeface="Arial" panose="020B0604020202020204" pitchFamily="34" charset="0"/>
                          <a:cs typeface="Arial" panose="020B0604020202020204" pitchFamily="34" charset="0"/>
                        </a:rPr>
                        <a:t>This is a template for a</a:t>
                      </a:r>
                    </a:p>
                    <a:p>
                      <a:pPr algn="ctr"/>
                      <a:r>
                        <a:rPr lang="en-US" sz="2800" dirty="0">
                          <a:solidFill>
                            <a:schemeClr val="bg1"/>
                          </a:solidFill>
                          <a:latin typeface="Arial" panose="020B0604020202020204" pitchFamily="34" charset="0"/>
                          <a:cs typeface="Arial" panose="020B0604020202020204" pitchFamily="34" charset="0"/>
                        </a:rPr>
                        <a:t>presentation poster </a:t>
                      </a:r>
                      <a:br>
                        <a:rPr lang="en-US" sz="2800" dirty="0">
                          <a:solidFill>
                            <a:schemeClr val="bg1"/>
                          </a:solidFill>
                          <a:latin typeface="Arial" panose="020B0604020202020204" pitchFamily="34" charset="0"/>
                          <a:cs typeface="Arial" panose="020B0604020202020204" pitchFamily="34" charset="0"/>
                        </a:rPr>
                      </a:br>
                      <a:r>
                        <a:rPr lang="en-US" sz="4400" b="1" dirty="0">
                          <a:solidFill>
                            <a:srgbClr val="FFC000"/>
                          </a:solidFill>
                          <a:latin typeface="Arial" panose="020B0604020202020204" pitchFamily="34" charset="0"/>
                          <a:cs typeface="Arial" panose="020B0604020202020204" pitchFamily="34" charset="0"/>
                        </a:rPr>
                        <a:t>A0</a:t>
                      </a:r>
                    </a:p>
                    <a:p>
                      <a:pPr marL="0" marR="0" indent="0" algn="ctr" defTabSz="5381713" rtl="0" eaLnBrk="1" fontAlgn="auto" latinLnBrk="0" hangingPunct="1">
                        <a:lnSpc>
                          <a:spcPct val="100000"/>
                        </a:lnSpc>
                        <a:spcBef>
                          <a:spcPts val="0"/>
                        </a:spcBef>
                        <a:spcAft>
                          <a:spcPts val="0"/>
                        </a:spcAft>
                        <a:buClrTx/>
                        <a:buSzTx/>
                        <a:buFontTx/>
                        <a:buNone/>
                        <a:tabLst/>
                        <a:defRPr/>
                      </a:pPr>
                      <a:r>
                        <a:rPr lang="en-US" sz="2800" dirty="0">
                          <a:solidFill>
                            <a:srgbClr val="FFC000"/>
                          </a:solidFill>
                          <a:latin typeface="Arial" panose="020B0604020202020204" pitchFamily="34" charset="0"/>
                          <a:cs typeface="Arial" panose="020B0604020202020204" pitchFamily="34" charset="0"/>
                        </a:rPr>
                        <a:t>(841mm x 1189mm)</a:t>
                      </a:r>
                    </a:p>
                    <a:p>
                      <a:pPr marL="0" marR="0" indent="0" algn="ctr" defTabSz="5381713" rtl="0" eaLnBrk="1" fontAlgn="auto" latinLnBrk="0" hangingPunct="1">
                        <a:lnSpc>
                          <a:spcPct val="100000"/>
                        </a:lnSpc>
                        <a:spcBef>
                          <a:spcPts val="0"/>
                        </a:spcBef>
                        <a:spcAft>
                          <a:spcPts val="0"/>
                        </a:spcAft>
                        <a:buClrTx/>
                        <a:buSzTx/>
                        <a:buFontTx/>
                        <a:buNone/>
                        <a:tabLst/>
                        <a:defRPr/>
                      </a:pPr>
                      <a:r>
                        <a:rPr lang="en-US" sz="2800" dirty="0">
                          <a:solidFill>
                            <a:srgbClr val="FFC000"/>
                          </a:solidFill>
                          <a:latin typeface="Arial" panose="020B0604020202020204" pitchFamily="34" charset="0"/>
                          <a:cs typeface="Arial" panose="020B0604020202020204" pitchFamily="34" charset="0"/>
                        </a:rPr>
                        <a:t>(33.11 x 46.81 inches)</a:t>
                      </a:r>
                      <a:br>
                        <a:rPr lang="en-US" sz="2800" dirty="0">
                          <a:solidFill>
                            <a:schemeClr val="bg1"/>
                          </a:solidFill>
                          <a:latin typeface="Arial" panose="020B0604020202020204" pitchFamily="34" charset="0"/>
                          <a:cs typeface="Arial" panose="020B0604020202020204" pitchFamily="34" charset="0"/>
                        </a:rPr>
                      </a:br>
                      <a:endParaRPr lang="en-US" sz="2800" dirty="0">
                        <a:solidFill>
                          <a:srgbClr val="1F3A4E"/>
                        </a:solidFill>
                      </a:endParaRPr>
                    </a:p>
                  </a:txBody>
                  <a:tcPr>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3200" b="1" baseline="0" dirty="0">
                          <a:solidFill>
                            <a:srgbClr val="FFC000"/>
                          </a:solidFill>
                          <a:latin typeface="Arial" panose="020B0604020202020204" pitchFamily="34" charset="0"/>
                          <a:cs typeface="Arial" panose="020B0604020202020204" pitchFamily="34" charset="0"/>
                        </a:rPr>
                        <a:t>Important: Check the template size</a:t>
                      </a:r>
                      <a:br>
                        <a:rPr lang="en-US" sz="2800" b="0" baseline="0" dirty="0">
                          <a:solidFill>
                            <a:srgbClr val="FFC000"/>
                          </a:solidFill>
                          <a:latin typeface="Arial" panose="020B0604020202020204" pitchFamily="34" charset="0"/>
                          <a:cs typeface="Arial" panose="020B0604020202020204" pitchFamily="34" charset="0"/>
                        </a:rPr>
                      </a:br>
                      <a:r>
                        <a:rPr lang="en-US" sz="2800" b="0" baseline="0" dirty="0">
                          <a:solidFill>
                            <a:srgbClr val="D9D9D9"/>
                          </a:solidFill>
                          <a:latin typeface="Arial" panose="020B0604020202020204" pitchFamily="34" charset="0"/>
                          <a:cs typeface="Arial" panose="020B0604020202020204" pitchFamily="34" charset="0"/>
                        </a:rPr>
                        <a:t>Before you start working on your poster and to avoid printing problems check that you have downloaded and that you are using the correct size template for your poster presentation.</a:t>
                      </a:r>
                      <a:br>
                        <a:rPr lang="en-US" sz="2800" b="0" baseline="0" dirty="0">
                          <a:solidFill>
                            <a:srgbClr val="D9D9D9"/>
                          </a:solidFill>
                          <a:latin typeface="Arial" panose="020B0604020202020204" pitchFamily="34" charset="0"/>
                          <a:cs typeface="Arial" panose="020B0604020202020204" pitchFamily="34" charset="0"/>
                        </a:rPr>
                      </a:br>
                      <a:endParaRPr lang="en-US" sz="2800" b="0" baseline="0" dirty="0">
                        <a:solidFill>
                          <a:srgbClr val="FFC000"/>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8"/>
                  </a:ext>
                </a:extLst>
              </a:tr>
              <a:tr h="4613954">
                <a:tc>
                  <a:txBody>
                    <a:bodyPr/>
                    <a:lstStyle/>
                    <a:p>
                      <a:endParaRPr lang="en-US" sz="2800" dirty="0">
                        <a:solidFill>
                          <a:srgbClr val="1F3A4E"/>
                        </a:solidFill>
                      </a:endParaRPr>
                    </a:p>
                  </a:txBody>
                  <a:tcPr>
                    <a:blipFill rotWithShape="1">
                      <a:blip r:embed="rId3"/>
                      <a:stretch>
                        <a:fillRect/>
                      </a:stretch>
                    </a:blipFill>
                  </a:tcPr>
                </a:tc>
                <a:tc>
                  <a:txBody>
                    <a:bodyPr/>
                    <a:lstStyle/>
                    <a:p>
                      <a:pPr algn="l"/>
                      <a:r>
                        <a:rPr lang="en-US" sz="3200" b="1" baseline="0" dirty="0">
                          <a:solidFill>
                            <a:srgbClr val="FFC000"/>
                          </a:solidFill>
                          <a:latin typeface="Arial" panose="020B0604020202020204" pitchFamily="34" charset="0"/>
                          <a:cs typeface="Arial" panose="020B0604020202020204" pitchFamily="34" charset="0"/>
                        </a:rPr>
                        <a:t>How to </a:t>
                      </a:r>
                      <a:r>
                        <a:rPr lang="en-US" sz="4800" b="1" baseline="0" dirty="0">
                          <a:solidFill>
                            <a:srgbClr val="FFC000"/>
                          </a:solidFill>
                          <a:latin typeface="Arial" panose="020B0604020202020204" pitchFamily="34" charset="0"/>
                          <a:cs typeface="Arial" panose="020B0604020202020204" pitchFamily="34" charset="0"/>
                        </a:rPr>
                        <a:t>Zoom in </a:t>
                      </a:r>
                      <a:r>
                        <a:rPr lang="en-US" sz="3200" b="1" baseline="0" dirty="0">
                          <a:solidFill>
                            <a:srgbClr val="FFC000"/>
                          </a:solidFill>
                          <a:latin typeface="Arial" panose="020B0604020202020204" pitchFamily="34" charset="0"/>
                          <a:cs typeface="Arial" panose="020B0604020202020204" pitchFamily="34" charset="0"/>
                        </a:rPr>
                        <a:t>and </a:t>
                      </a:r>
                      <a:r>
                        <a:rPr lang="en-US" sz="2400" b="1" baseline="0" dirty="0">
                          <a:solidFill>
                            <a:srgbClr val="FFC000"/>
                          </a:solidFill>
                          <a:latin typeface="Arial" panose="020B0604020202020204" pitchFamily="34" charset="0"/>
                          <a:cs typeface="Arial" panose="020B0604020202020204" pitchFamily="34" charset="0"/>
                        </a:rPr>
                        <a:t>out</a:t>
                      </a:r>
                      <a:endParaRPr lang="en-US" sz="3200" b="1" baseline="0" dirty="0">
                        <a:solidFill>
                          <a:srgbClr val="FFC000"/>
                        </a:solidFill>
                        <a:latin typeface="Arial" panose="020B0604020202020204" pitchFamily="34" charset="0"/>
                        <a:cs typeface="Arial" panose="020B0604020202020204" pitchFamily="34" charset="0"/>
                      </a:endParaRPr>
                    </a:p>
                    <a:p>
                      <a:pPr algn="l"/>
                      <a:r>
                        <a:rPr lang="en-US" sz="2800" b="0" baseline="0" dirty="0">
                          <a:solidFill>
                            <a:srgbClr val="D9D9D9"/>
                          </a:solidFill>
                          <a:latin typeface="Arial" panose="020B0604020202020204" pitchFamily="34" charset="0"/>
                          <a:cs typeface="Arial" panose="020B0604020202020204" pitchFamily="34" charset="0"/>
                        </a:rPr>
                        <a:t>Use the PowerPoint zoom tool to adjust the screen magnification to view comfortably. PowerPoint provides 2 ways to zoom: </a:t>
                      </a:r>
                      <a:br>
                        <a:rPr lang="en-US" sz="2800" b="0" baseline="0" dirty="0">
                          <a:solidFill>
                            <a:srgbClr val="D9D9D9"/>
                          </a:solidFill>
                          <a:latin typeface="Arial" panose="020B0604020202020204" pitchFamily="34" charset="0"/>
                          <a:cs typeface="Arial" panose="020B0604020202020204" pitchFamily="34" charset="0"/>
                        </a:rPr>
                      </a:br>
                      <a:r>
                        <a:rPr lang="en-US" sz="2800" b="0" baseline="0" dirty="0">
                          <a:solidFill>
                            <a:srgbClr val="FFC000"/>
                          </a:solidFill>
                          <a:latin typeface="Arial" panose="020B0604020202020204" pitchFamily="34" charset="0"/>
                          <a:cs typeface="Arial" panose="020B0604020202020204" pitchFamily="34" charset="0"/>
                        </a:rPr>
                        <a:t>1. </a:t>
                      </a:r>
                      <a:r>
                        <a:rPr lang="en-US" sz="2800" b="0" baseline="0" dirty="0">
                          <a:solidFill>
                            <a:srgbClr val="D9D9D9"/>
                          </a:solidFill>
                          <a:latin typeface="Arial" panose="020B0604020202020204" pitchFamily="34" charset="0"/>
                          <a:cs typeface="Arial" panose="020B0604020202020204" pitchFamily="34" charset="0"/>
                        </a:rPr>
                        <a:t>On the top menu bar click on the VIEW tab and then click on ZOOM. Choose the zoom percentage that works best for you. </a:t>
                      </a:r>
                      <a:br>
                        <a:rPr lang="en-US" sz="2800" b="0" baseline="0" dirty="0">
                          <a:solidFill>
                            <a:srgbClr val="D9D9D9"/>
                          </a:solidFill>
                          <a:latin typeface="Arial" panose="020B0604020202020204" pitchFamily="34" charset="0"/>
                          <a:cs typeface="Arial" panose="020B0604020202020204" pitchFamily="34" charset="0"/>
                        </a:rPr>
                      </a:br>
                      <a:r>
                        <a:rPr lang="en-US" sz="2800" b="0" baseline="0" dirty="0">
                          <a:solidFill>
                            <a:srgbClr val="FFC000"/>
                          </a:solidFill>
                          <a:latin typeface="Arial" panose="020B0604020202020204" pitchFamily="34" charset="0"/>
                          <a:cs typeface="Arial" panose="020B0604020202020204" pitchFamily="34" charset="0"/>
                        </a:rPr>
                        <a:t>2. </a:t>
                      </a:r>
                      <a:r>
                        <a:rPr lang="en-US" sz="2800" b="0" baseline="0" dirty="0">
                          <a:solidFill>
                            <a:srgbClr val="D9D9D9"/>
                          </a:solidFill>
                          <a:latin typeface="Arial" panose="020B0604020202020204" pitchFamily="34" charset="0"/>
                          <a:cs typeface="Arial" panose="020B0604020202020204" pitchFamily="34" charset="0"/>
                        </a:rPr>
                        <a:t>For better zoom flexibility, use the zoom slider at the bottom right of the window.</a:t>
                      </a:r>
                    </a:p>
                  </a:txBody>
                  <a:tcPr marL="182880" marT="137160">
                    <a:solidFill>
                      <a:srgbClr val="010101"/>
                    </a:solidFill>
                  </a:tcPr>
                </a:tc>
                <a:extLst>
                  <a:ext uri="{0D108BD9-81ED-4DB2-BD59-A6C34878D82A}">
                    <a16:rowId xmlns:a16="http://schemas.microsoft.com/office/drawing/2014/main" val="10001"/>
                  </a:ext>
                </a:extLst>
              </a:tr>
              <a:tr h="2820929">
                <a:tc gridSpan="2">
                  <a:txBody>
                    <a:bodyPr/>
                    <a:lstStyle/>
                    <a:p>
                      <a:pPr marL="0" marR="0" lvl="0" indent="0" algn="l" defTabSz="4388900" rtl="0" eaLnBrk="1" fontAlgn="auto" latinLnBrk="0" hangingPunct="1">
                        <a:lnSpc>
                          <a:spcPct val="100000"/>
                        </a:lnSpc>
                        <a:spcBef>
                          <a:spcPts val="0"/>
                        </a:spcBef>
                        <a:spcAft>
                          <a:spcPts val="0"/>
                        </a:spcAft>
                        <a:buClrTx/>
                        <a:buSzTx/>
                        <a:buFontTx/>
                        <a:buNone/>
                        <a:tabLst/>
                        <a:defRPr/>
                      </a:pPr>
                      <a:r>
                        <a:rPr lang="en-US" sz="3200" b="1" baseline="0" dirty="0">
                          <a:solidFill>
                            <a:srgbClr val="FFC000"/>
                          </a:solidFill>
                          <a:latin typeface="Arial" panose="020B0604020202020204" pitchFamily="34" charset="0"/>
                          <a:cs typeface="Arial" panose="020B0604020202020204" pitchFamily="34" charset="0"/>
                        </a:rPr>
                        <a:t>Ruler and Guides</a:t>
                      </a:r>
                      <a:br>
                        <a:rPr lang="en-US" sz="2800" b="0" baseline="0" dirty="0">
                          <a:solidFill>
                            <a:srgbClr val="FFC000"/>
                          </a:solidFill>
                          <a:latin typeface="Arial" panose="020B0604020202020204" pitchFamily="34" charset="0"/>
                          <a:cs typeface="Arial" panose="020B0604020202020204" pitchFamily="34" charset="0"/>
                        </a:rPr>
                      </a:br>
                      <a:r>
                        <a:rPr lang="en-US" sz="2800" b="0" baseline="0" dirty="0">
                          <a:solidFill>
                            <a:srgbClr val="D9D9D9"/>
                          </a:solidFill>
                          <a:latin typeface="Arial" panose="020B0604020202020204" pitchFamily="34" charset="0"/>
                          <a:cs typeface="Arial" panose="020B0604020202020204" pitchFamily="34" charset="0"/>
                        </a:rPr>
                        <a:t>The dotted lines on his poster template are guides.  The horizontal and vertical guides will help you align your poster elements accurately. Text boxes and other elements will ”snap” to the guides and stay within the boundaries of the columns. To hide the guides go to VIEW and uncheck the Guides box.</a:t>
                      </a:r>
                    </a:p>
                  </a:txBody>
                  <a:tcPr>
                    <a:solidFill>
                      <a:srgbClr val="010101"/>
                    </a:solidFill>
                  </a:tcPr>
                </a:tc>
                <a:tc hMerge="1">
                  <a:txBody>
                    <a:bodyPr/>
                    <a:lstStyle/>
                    <a:p>
                      <a:endParaRPr lang="en-US" sz="2400" b="0" baseline="0" dirty="0">
                        <a:solidFill>
                          <a:schemeClr val="bg1"/>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extLst>
                  <a:ext uri="{0D108BD9-81ED-4DB2-BD59-A6C34878D82A}">
                    <a16:rowId xmlns:a16="http://schemas.microsoft.com/office/drawing/2014/main" val="10002"/>
                  </a:ext>
                </a:extLst>
              </a:tr>
              <a:tr h="5580535">
                <a:tc>
                  <a:txBody>
                    <a:bodyPr/>
                    <a:lstStyle/>
                    <a:p>
                      <a:endParaRPr lang="en-US" sz="2800" dirty="0">
                        <a:solidFill>
                          <a:srgbClr val="1F3A4E"/>
                        </a:solidFill>
                      </a:endParaRPr>
                    </a:p>
                  </a:txBody>
                  <a:tcPr>
                    <a:blipFill rotWithShape="1">
                      <a:blip r:embed="rId4"/>
                      <a:stretch>
                        <a:fillRect/>
                      </a:stretch>
                    </a:blipFill>
                  </a:tcPr>
                </a:tc>
                <a:tc>
                  <a:txBody>
                    <a:bodyPr/>
                    <a:lstStyle/>
                    <a:p>
                      <a:pPr marL="0" lvl="1" indent="0" algn="l" defTabSz="114300"/>
                      <a:r>
                        <a:rPr lang="en-US" sz="3200" b="1" baseline="0" dirty="0">
                          <a:solidFill>
                            <a:srgbClr val="FFC000"/>
                          </a:solidFill>
                          <a:latin typeface="Arial" panose="020B0604020202020204" pitchFamily="34" charset="0"/>
                          <a:cs typeface="Arial" panose="020B0604020202020204" pitchFamily="34" charset="0"/>
                        </a:rPr>
                        <a:t>Headers and text containers</a:t>
                      </a:r>
                      <a:br>
                        <a:rPr lang="en-US" sz="2800" b="0" baseline="0" dirty="0">
                          <a:solidFill>
                            <a:schemeClr val="bg1"/>
                          </a:solidFill>
                          <a:latin typeface="Arial" panose="020B0604020202020204" pitchFamily="34" charset="0"/>
                          <a:cs typeface="Arial" panose="020B0604020202020204" pitchFamily="34" charset="0"/>
                        </a:rPr>
                      </a:br>
                      <a:r>
                        <a:rPr lang="en-US" sz="2800" b="0" baseline="0" dirty="0">
                          <a:solidFill>
                            <a:srgbClr val="D9D9D9"/>
                          </a:solidFill>
                          <a:latin typeface="Arial" panose="020B0604020202020204" pitchFamily="34" charset="0"/>
                          <a:cs typeface="Arial" panose="020B0604020202020204" pitchFamily="34" charset="0"/>
                        </a:rPr>
                        <a:t>Included in this template are commonly used section headers such as Abstract, Objectives, Methods, Results, etc. </a:t>
                      </a:r>
                      <a:br>
                        <a:rPr lang="en-US" sz="2800" b="0" baseline="0" dirty="0">
                          <a:solidFill>
                            <a:schemeClr val="bg1"/>
                          </a:solidFill>
                          <a:latin typeface="Arial" panose="020B0604020202020204" pitchFamily="34" charset="0"/>
                          <a:cs typeface="Arial" panose="020B0604020202020204" pitchFamily="34" charset="0"/>
                        </a:rPr>
                      </a:br>
                      <a:r>
                        <a:rPr lang="en-US" sz="2800" b="0" baseline="0" dirty="0">
                          <a:solidFill>
                            <a:srgbClr val="FFC000"/>
                          </a:solidFill>
                          <a:latin typeface="Arial" panose="020B0604020202020204" pitchFamily="34" charset="0"/>
                          <a:cs typeface="Arial" panose="020B0604020202020204" pitchFamily="34" charset="0"/>
                        </a:rPr>
                        <a:t>-</a:t>
                      </a:r>
                      <a:r>
                        <a:rPr lang="en-US" sz="2800" b="0" baseline="0" dirty="0">
                          <a:solidFill>
                            <a:schemeClr val="bg1"/>
                          </a:solidFill>
                          <a:latin typeface="Arial" panose="020B0604020202020204" pitchFamily="34" charset="0"/>
                          <a:cs typeface="Arial" panose="020B0604020202020204" pitchFamily="34" charset="0"/>
                        </a:rPr>
                        <a:t> </a:t>
                      </a:r>
                      <a:r>
                        <a:rPr lang="en-US" sz="2800" b="0" baseline="0" dirty="0">
                          <a:solidFill>
                            <a:srgbClr val="D9D9D9"/>
                          </a:solidFill>
                          <a:latin typeface="Arial" panose="020B0604020202020204" pitchFamily="34" charset="0"/>
                          <a:cs typeface="Arial" panose="020B0604020202020204" pitchFamily="34" charset="0"/>
                        </a:rPr>
                        <a:t>Click inside a section header to add its text. </a:t>
                      </a:r>
                      <a:br>
                        <a:rPr lang="en-US" sz="2800" b="0" baseline="0" dirty="0">
                          <a:solidFill>
                            <a:schemeClr val="bg1"/>
                          </a:solidFill>
                          <a:latin typeface="Arial" panose="020B0604020202020204" pitchFamily="34" charset="0"/>
                          <a:cs typeface="Arial" panose="020B0604020202020204" pitchFamily="34" charset="0"/>
                        </a:rPr>
                      </a:br>
                      <a:r>
                        <a:rPr lang="en-US" sz="2800" b="0" baseline="0" dirty="0">
                          <a:solidFill>
                            <a:srgbClr val="FFC000"/>
                          </a:solidFill>
                          <a:latin typeface="Arial" panose="020B0604020202020204" pitchFamily="34" charset="0"/>
                          <a:cs typeface="Arial" panose="020B0604020202020204" pitchFamily="34" charset="0"/>
                        </a:rPr>
                        <a:t>-</a:t>
                      </a:r>
                      <a:r>
                        <a:rPr lang="en-US" sz="2800" b="0" baseline="0" dirty="0">
                          <a:solidFill>
                            <a:schemeClr val="bg1"/>
                          </a:solidFill>
                          <a:latin typeface="Arial" panose="020B0604020202020204" pitchFamily="34" charset="0"/>
                          <a:cs typeface="Arial" panose="020B0604020202020204" pitchFamily="34" charset="0"/>
                        </a:rPr>
                        <a:t> </a:t>
                      </a:r>
                      <a:r>
                        <a:rPr lang="en-US" sz="2800" b="0" baseline="0" dirty="0">
                          <a:solidFill>
                            <a:srgbClr val="D9D9D9"/>
                          </a:solidFill>
                          <a:latin typeface="Arial" panose="020B0604020202020204" pitchFamily="34" charset="0"/>
                          <a:cs typeface="Arial" panose="020B0604020202020204" pitchFamily="34" charset="0"/>
                        </a:rPr>
                        <a:t>To add another header, click on edge of the section box so that it is outlined. Copy and paste it. </a:t>
                      </a:r>
                      <a:br>
                        <a:rPr lang="en-US" sz="2800" b="0" baseline="0" dirty="0">
                          <a:solidFill>
                            <a:schemeClr val="bg1"/>
                          </a:solidFill>
                          <a:latin typeface="Arial" panose="020B0604020202020204" pitchFamily="34" charset="0"/>
                          <a:cs typeface="Arial" panose="020B0604020202020204" pitchFamily="34" charset="0"/>
                        </a:rPr>
                      </a:br>
                      <a:r>
                        <a:rPr lang="en-US" sz="2800" b="0" baseline="0" dirty="0">
                          <a:solidFill>
                            <a:srgbClr val="FFC000"/>
                          </a:solidFill>
                          <a:latin typeface="Arial" panose="020B0604020202020204" pitchFamily="34" charset="0"/>
                          <a:cs typeface="Arial" panose="020B0604020202020204" pitchFamily="34" charset="0"/>
                        </a:rPr>
                        <a:t>-</a:t>
                      </a:r>
                      <a:r>
                        <a:rPr lang="en-US" sz="2800" b="0" baseline="0" dirty="0">
                          <a:solidFill>
                            <a:schemeClr val="bg1"/>
                          </a:solidFill>
                          <a:latin typeface="Arial" panose="020B0604020202020204" pitchFamily="34" charset="0"/>
                          <a:cs typeface="Arial" panose="020B0604020202020204" pitchFamily="34" charset="0"/>
                        </a:rPr>
                        <a:t> </a:t>
                      </a:r>
                      <a:r>
                        <a:rPr lang="en-US" sz="2800" b="0" baseline="0" dirty="0">
                          <a:solidFill>
                            <a:srgbClr val="D9D9D9"/>
                          </a:solidFill>
                          <a:latin typeface="Arial" panose="020B0604020202020204" pitchFamily="34" charset="0"/>
                          <a:cs typeface="Arial" panose="020B0604020202020204" pitchFamily="34" charset="0"/>
                        </a:rPr>
                        <a:t>To increase its size, click on the white circles and expand to the the desired size.</a:t>
                      </a:r>
                    </a:p>
                  </a:txBody>
                  <a:tcPr marL="182880" marT="137160">
                    <a:solidFill>
                      <a:srgbClr val="010101"/>
                    </a:solidFill>
                  </a:tcPr>
                </a:tc>
                <a:extLst>
                  <a:ext uri="{0D108BD9-81ED-4DB2-BD59-A6C34878D82A}">
                    <a16:rowId xmlns:a16="http://schemas.microsoft.com/office/drawing/2014/main" val="10003"/>
                  </a:ext>
                </a:extLst>
              </a:tr>
              <a:tr h="4538017">
                <a:tc gridSpan="2">
                  <a:txBody>
                    <a:bodyPr/>
                    <a:lstStyle/>
                    <a:p>
                      <a:r>
                        <a:rPr lang="en-US" sz="3200" b="1" dirty="0">
                          <a:solidFill>
                            <a:srgbClr val="FFC000"/>
                          </a:solidFill>
                          <a:latin typeface="Arial" panose="020B0604020202020204" pitchFamily="34" charset="0"/>
                          <a:cs typeface="Arial" panose="020B0604020202020204" pitchFamily="34" charset="0"/>
                        </a:rPr>
                        <a:t>Adding content to the poster</a:t>
                      </a:r>
                    </a:p>
                    <a:p>
                      <a:r>
                        <a:rPr lang="en-US" sz="2800" baseline="0" dirty="0">
                          <a:solidFill>
                            <a:srgbClr val="D9D9D9"/>
                          </a:solidFill>
                          <a:latin typeface="Arial" panose="020B0604020202020204" pitchFamily="34" charset="0"/>
                          <a:cs typeface="Arial" panose="020B0604020202020204" pitchFamily="34" charset="0"/>
                        </a:rPr>
                        <a:t>Start by adding your text to each section without spending too much time with formatting. Use the default font size even if your text extends beyond the bottom of the poster. Continue until you have added all your content including text, graphics, photos, etc. Once you finish adding your content you can go back and format your text as needed.</a:t>
                      </a:r>
                    </a:p>
                    <a:p>
                      <a:pPr marL="342900" indent="-342900">
                        <a:buFontTx/>
                        <a:buChar char="-"/>
                      </a:pPr>
                      <a:r>
                        <a:rPr lang="en-US" sz="2800" baseline="0" dirty="0">
                          <a:solidFill>
                            <a:srgbClr val="D9D9D9"/>
                          </a:solidFill>
                          <a:latin typeface="Arial" panose="020B0604020202020204" pitchFamily="34" charset="0"/>
                          <a:cs typeface="Arial" panose="020B0604020202020204" pitchFamily="34" charset="0"/>
                        </a:rPr>
                        <a:t>If you run out of room, try to reduce the size of your fonts and/or the size of your graphics. If there is a lot of empty space try to increase your font sizes and the size of your graphics. The font used for references can be smaller.</a:t>
                      </a:r>
                      <a:endParaRPr lang="en-US" sz="2800" dirty="0">
                        <a:solidFill>
                          <a:srgbClr val="D9D9D9"/>
                        </a:solidFill>
                        <a:latin typeface="Arial" panose="020B0604020202020204" pitchFamily="34" charset="0"/>
                        <a:cs typeface="Arial" panose="020B0604020202020204" pitchFamily="34" charset="0"/>
                      </a:endParaRPr>
                    </a:p>
                  </a:txBody>
                  <a:tcPr>
                    <a:solidFill>
                      <a:srgbClr val="010101"/>
                    </a:solidFill>
                  </a:tcPr>
                </a:tc>
                <a:tc hMerge="1">
                  <a:txBody>
                    <a:bodyPr/>
                    <a:lstStyle/>
                    <a:p>
                      <a:endParaRPr lang="en-US" sz="2400" dirty="0">
                        <a:solidFill>
                          <a:schemeClr val="bg1"/>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4"/>
                  </a:ext>
                </a:extLst>
              </a:tr>
              <a:tr h="3004905">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3200" b="1" noProof="0" dirty="0">
                          <a:solidFill>
                            <a:srgbClr val="FFC000"/>
                          </a:solidFill>
                          <a:latin typeface="Arial" panose="020B0604020202020204" pitchFamily="34" charset="0"/>
                          <a:cs typeface="Arial" panose="020B0604020202020204" pitchFamily="34" charset="0"/>
                        </a:rPr>
                        <a:t>Photos</a:t>
                      </a:r>
                    </a:p>
                    <a:p>
                      <a:pPr marL="0" marR="0" lvl="0" indent="0" algn="l" defTabSz="9779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D9D9D9"/>
                          </a:solidFill>
                          <a:effectLst/>
                          <a:uLnTx/>
                          <a:uFillTx/>
                          <a:latin typeface="Arial"/>
                          <a:ea typeface="+mn-ea"/>
                          <a:cs typeface="Arial"/>
                        </a:rPr>
                        <a:t>You can add photos by dragging and dropping from your desktop, copy and paste, or by going to INSERT &gt; PICTURES. Resize images proportionally by holding down the SHIFT key and dragging one of the white corner handles (dots). For a professional-looking poster, do not distort your images by stretching them disproportionally.</a:t>
                      </a:r>
                    </a:p>
                  </a:txBody>
                  <a:tcPr marL="182880" marT="137160">
                    <a:solidFill>
                      <a:srgbClr val="010101"/>
                    </a:solidFill>
                  </a:tcPr>
                </a:tc>
                <a:tc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200" noProof="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5"/>
                  </a:ext>
                </a:extLst>
              </a:tr>
              <a:tr h="2642862">
                <a:tc gridSpan="2">
                  <a:txBody>
                    <a:bodyPr/>
                    <a:lstStyle/>
                    <a:p>
                      <a:endParaRPr lang="en-US" sz="2800" dirty="0">
                        <a:solidFill>
                          <a:schemeClr val="bg1"/>
                        </a:solidFill>
                        <a:latin typeface="Arial" panose="020B0604020202020204" pitchFamily="34" charset="0"/>
                        <a:cs typeface="Arial" panose="020B0604020202020204" pitchFamily="34" charset="0"/>
                      </a:endParaRPr>
                    </a:p>
                  </a:txBody>
                  <a:tcPr marL="182880" marT="137160">
                    <a:blipFill rotWithShape="1">
                      <a:blip r:embed="rId5"/>
                      <a:stretch>
                        <a:fillRect/>
                      </a:stretch>
                    </a:blipFill>
                  </a:tcPr>
                </a:tc>
                <a:tc hMerge="1">
                  <a:txBody>
                    <a:bodyPr/>
                    <a:lstStyle/>
                    <a:p>
                      <a:endParaRPr lang="en-US" sz="2400" dirty="0">
                        <a:solidFill>
                          <a:srgbClr val="1F3A4E"/>
                        </a:solidFill>
                      </a:endParaRPr>
                    </a:p>
                  </a:txBody>
                  <a:tcPr/>
                </a:tc>
                <a:extLst>
                  <a:ext uri="{0D108BD9-81ED-4DB2-BD59-A6C34878D82A}">
                    <a16:rowId xmlns:a16="http://schemas.microsoft.com/office/drawing/2014/main" val="10006"/>
                  </a:ext>
                </a:extLst>
              </a:tr>
              <a:tr h="3266912">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3200" b="1" noProof="0" dirty="0">
                          <a:solidFill>
                            <a:srgbClr val="FFC000"/>
                          </a:solidFill>
                          <a:latin typeface="Arial"/>
                          <a:cs typeface="Arial"/>
                        </a:rPr>
                        <a:t>Quality check your graphics</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2800" noProof="0" dirty="0">
                          <a:solidFill>
                            <a:srgbClr val="D9D9D9"/>
                          </a:solidFill>
                          <a:latin typeface="Arial"/>
                          <a:cs typeface="Arial"/>
                        </a:rPr>
                        <a:t>Zoom in and look at your images at 100%-200% magnification. If they look clear, they will print well. </a:t>
                      </a:r>
                    </a:p>
                  </a:txBody>
                  <a:tcPr marL="182880" marT="137160">
                    <a:solidFill>
                      <a:srgbClr val="010101"/>
                    </a:solidFill>
                  </a:tcPr>
                </a:tc>
                <a:tc hMerge="1">
                  <a:txBody>
                    <a:bodyPr/>
                    <a:lstStyle/>
                    <a:p>
                      <a:endParaRPr lang="en-US" sz="2400" dirty="0">
                        <a:solidFill>
                          <a:srgbClr val="1F3A4E"/>
                        </a:solidFill>
                      </a:endParaRPr>
                    </a:p>
                  </a:txBody>
                  <a:tcPr>
                    <a:solidFill>
                      <a:schemeClr val="tx1">
                        <a:lumMod val="95000"/>
                        <a:lumOff val="5000"/>
                      </a:schemeClr>
                    </a:solidFill>
                  </a:tcPr>
                </a:tc>
                <a:extLst>
                  <a:ext uri="{0D108BD9-81ED-4DB2-BD59-A6C34878D82A}">
                    <a16:rowId xmlns:a16="http://schemas.microsoft.com/office/drawing/2014/main" val="10007"/>
                  </a:ext>
                </a:extLst>
              </a:tr>
              <a:tr h="3673307">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800" noProof="0" dirty="0">
                        <a:solidFill>
                          <a:schemeClr val="bg1"/>
                        </a:solidFill>
                        <a:latin typeface="Arial"/>
                        <a:cs typeface="Arial"/>
                      </a:endParaRPr>
                    </a:p>
                  </a:txBody>
                  <a:tcPr marL="182880" marT="137160">
                    <a:blipFill rotWithShape="1">
                      <a:blip r:embed="rId6"/>
                      <a:stretch>
                        <a:fillRect/>
                      </a:stretch>
                    </a:blipFill>
                  </a:tcPr>
                </a:tc>
                <a:tc hMerge="1">
                  <a:txBody>
                    <a:bodyPr/>
                    <a:lstStyle/>
                    <a:p>
                      <a:endParaRPr lang="en-US"/>
                    </a:p>
                  </a:txBody>
                  <a:tcPr/>
                </a:tc>
                <a:extLst>
                  <a:ext uri="{0D108BD9-81ED-4DB2-BD59-A6C34878D82A}">
                    <a16:rowId xmlns:a16="http://schemas.microsoft.com/office/drawing/2014/main" val="10010"/>
                  </a:ext>
                </a:extLst>
              </a:tr>
            </a:tbl>
          </a:graphicData>
        </a:graphic>
      </p:graphicFrame>
      <p:graphicFrame>
        <p:nvGraphicFramePr>
          <p:cNvPr id="9" name="Table 8">
            <a:extLst>
              <a:ext uri="{FF2B5EF4-FFF2-40B4-BE49-F238E27FC236}">
                <a16:creationId xmlns:a16="http://schemas.microsoft.com/office/drawing/2014/main" id="{DF753BA5-C79E-BE49-B32B-5756E20D026F}"/>
              </a:ext>
            </a:extLst>
          </p:cNvPr>
          <p:cNvGraphicFramePr>
            <a:graphicFrameLocks noGrp="1"/>
          </p:cNvGraphicFramePr>
          <p:nvPr userDrawn="1">
            <p:extLst>
              <p:ext uri="{D42A27DB-BD31-4B8C-83A1-F6EECF244321}">
                <p14:modId xmlns:p14="http://schemas.microsoft.com/office/powerpoint/2010/main" val="456839332"/>
              </p:ext>
            </p:extLst>
          </p:nvPr>
        </p:nvGraphicFramePr>
        <p:xfrm>
          <a:off x="30776244" y="0"/>
          <a:ext cx="12607943" cy="42781749"/>
        </p:xfrm>
        <a:graphic>
          <a:graphicData uri="http://schemas.openxmlformats.org/drawingml/2006/table">
            <a:tbl>
              <a:tblPr firstRow="1" bandRow="1">
                <a:tableStyleId>{5C22544A-7EE6-4342-B048-85BDC9FD1C3A}</a:tableStyleId>
              </a:tblPr>
              <a:tblGrid>
                <a:gridCol w="4947323">
                  <a:extLst>
                    <a:ext uri="{9D8B030D-6E8A-4147-A177-3AD203B41FA5}">
                      <a16:colId xmlns:a16="http://schemas.microsoft.com/office/drawing/2014/main" val="20000"/>
                    </a:ext>
                  </a:extLst>
                </a:gridCol>
                <a:gridCol w="1486295">
                  <a:extLst>
                    <a:ext uri="{9D8B030D-6E8A-4147-A177-3AD203B41FA5}">
                      <a16:colId xmlns:a16="http://schemas.microsoft.com/office/drawing/2014/main" val="764104496"/>
                    </a:ext>
                  </a:extLst>
                </a:gridCol>
                <a:gridCol w="6174325">
                  <a:extLst>
                    <a:ext uri="{9D8B030D-6E8A-4147-A177-3AD203B41FA5}">
                      <a16:colId xmlns:a16="http://schemas.microsoft.com/office/drawing/2014/main" val="4164475170"/>
                    </a:ext>
                  </a:extLst>
                </a:gridCol>
              </a:tblGrid>
              <a:tr h="1660717">
                <a:tc gridSpan="3">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4400" b="0" spc="600" dirty="0">
                          <a:solidFill>
                            <a:srgbClr val="1F3A4E"/>
                          </a:solidFill>
                          <a:latin typeface="Arial Black" panose="020B0A04020102020204" pitchFamily="34" charset="0"/>
                        </a:rPr>
                        <a:t>QUICK START GUIDE</a:t>
                      </a:r>
                      <a:br>
                        <a:rPr lang="en-US" sz="4400" b="0" spc="600" dirty="0">
                          <a:solidFill>
                            <a:srgbClr val="1F3A4E"/>
                          </a:solidFill>
                          <a:latin typeface="Arial Black" panose="020B0A04020102020204" pitchFamily="34" charset="0"/>
                        </a:rPr>
                      </a:br>
                      <a:r>
                        <a:rPr lang="en-US" sz="3600" b="1" spc="0" dirty="0">
                          <a:solidFill>
                            <a:srgbClr val="FF0000"/>
                          </a:solidFill>
                          <a:latin typeface="Trebuchet MS" pitchFamily="34" charset="0"/>
                        </a:rPr>
                        <a:t>(THIS SIDEBAR WILL NOT PRINT)</a:t>
                      </a:r>
                      <a:endParaRPr lang="en-US" sz="4400" b="1" spc="600" dirty="0">
                        <a:solidFill>
                          <a:schemeClr val="bg1"/>
                        </a:solidFill>
                        <a:latin typeface="Trebuchet MS" pitchFamily="34" charset="0"/>
                      </a:endParaRPr>
                    </a:p>
                  </a:txBody>
                  <a:tcPr marL="182880" marT="137160">
                    <a:solidFill>
                      <a:srgbClr val="FFC00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7979388">
                <a:tc gridSpan="3">
                  <a:txBody>
                    <a:bodyPr/>
                    <a:lstStyle/>
                    <a:p>
                      <a:pPr algn="l"/>
                      <a:r>
                        <a:rPr lang="en-US" sz="3200" b="1" baseline="0" dirty="0">
                          <a:solidFill>
                            <a:srgbClr val="FFC000"/>
                          </a:solidFill>
                          <a:latin typeface="Arial" panose="020B0604020202020204" pitchFamily="34" charset="0"/>
                          <a:cs typeface="Arial" panose="020B0604020202020204" pitchFamily="34" charset="0"/>
                        </a:rPr>
                        <a:t>How to change the template colors</a:t>
                      </a:r>
                    </a:p>
                    <a:p>
                      <a:pPr marL="0" indent="0" algn="l" defTabSz="114300"/>
                      <a:r>
                        <a:rPr lang="en-US" sz="2800" b="0" baseline="0" dirty="0">
                          <a:solidFill>
                            <a:srgbClr val="D9D9D9"/>
                          </a:solidFill>
                          <a:latin typeface="Arial" panose="020B0604020202020204" pitchFamily="34" charset="0"/>
                          <a:cs typeface="Arial" panose="020B0604020202020204" pitchFamily="34" charset="0"/>
                        </a:rPr>
                        <a:t>You can change the overall template color theme by clicking on the COLORS dropdown menu under the DESIGN tab. You can see a tutorial here: </a:t>
                      </a:r>
                      <a:r>
                        <a:rPr lang="en-US" sz="2800" dirty="0">
                          <a:solidFill>
                            <a:srgbClr val="FFC000"/>
                          </a:solidFill>
                          <a:hlinkClick r:id="rId7">
                            <a:extLst>
                              <a:ext uri="{A12FA001-AC4F-418D-AE19-62706E023703}">
                                <ahyp:hlinkClr xmlns:ahyp="http://schemas.microsoft.com/office/drawing/2018/hyperlinkcolor" val="tx"/>
                              </a:ext>
                            </a:extLst>
                          </a:hlinkClick>
                        </a:rPr>
                        <a:t>https://www.posterpresentations.com/how-to-change-the-research-poster-template-colors.html</a:t>
                      </a:r>
                      <a:endParaRPr lang="en-US" sz="2800" dirty="0">
                        <a:solidFill>
                          <a:srgbClr val="FFC000"/>
                        </a:solidFill>
                      </a:endParaRPr>
                    </a:p>
                    <a:p>
                      <a:pPr marL="0" indent="0" algn="l" defTabSz="114300"/>
                      <a:endParaRPr lang="en-US" sz="28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2800" b="0" baseline="0" dirty="0">
                          <a:solidFill>
                            <a:srgbClr val="D9D9D9"/>
                          </a:solidFill>
                          <a:latin typeface="Arial" panose="020B0604020202020204" pitchFamily="34" charset="0"/>
                          <a:cs typeface="Arial" panose="020B0604020202020204" pitchFamily="34" charset="0"/>
                        </a:rPr>
                        <a:t>You can also manually change the color of individual elements by going to VIEW &gt; SLIDE MASTER. On the left side of your screen select the background master where you can change the template background, column sizes, etc. </a:t>
                      </a:r>
                    </a:p>
                    <a:p>
                      <a:pPr marL="0" indent="0" algn="l" defTabSz="114300"/>
                      <a:endParaRPr lang="en-US" sz="28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2800" b="0" baseline="0" dirty="0">
                          <a:solidFill>
                            <a:srgbClr val="D9D9D9"/>
                          </a:solidFill>
                          <a:latin typeface="Arial" panose="020B0604020202020204" pitchFamily="34" charset="0"/>
                          <a:cs typeface="Arial" panose="020B0604020202020204" pitchFamily="34" charset="0"/>
                        </a:rPr>
                        <a:t>After you finish working on the SLIDE MASTER, it is important that you go to VIEW &gt; NORMAL to continue working on your poster. </a:t>
                      </a:r>
                    </a:p>
                  </a:txBody>
                  <a:tcPr marL="182880" marT="137160">
                    <a:solidFill>
                      <a:schemeClr val="tx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5933721">
                <a:tc gridSpan="3">
                  <a:txBody>
                    <a:bodyPr/>
                    <a:lstStyle/>
                    <a:p>
                      <a:r>
                        <a:rPr lang="en-US" sz="3200" b="1" dirty="0">
                          <a:solidFill>
                            <a:srgbClr val="FFC000"/>
                          </a:solidFill>
                          <a:latin typeface="Arial" panose="020B0604020202020204" pitchFamily="34" charset="0"/>
                          <a:cs typeface="Arial" panose="020B0604020202020204" pitchFamily="34" charset="0"/>
                        </a:rPr>
                        <a:t>How to change the column layout configuration</a:t>
                      </a:r>
                    </a:p>
                    <a:p>
                      <a:r>
                        <a:rPr lang="en-US" sz="2800" dirty="0">
                          <a:solidFill>
                            <a:srgbClr val="D9D9D9"/>
                          </a:solidFill>
                          <a:latin typeface="Arial" panose="020B0604020202020204" pitchFamily="34" charset="0"/>
                          <a:cs typeface="Arial" panose="020B0604020202020204" pitchFamily="34" charset="0"/>
                        </a:rPr>
                        <a:t>You can manually change the configuration on the columns by going to VIEW &gt; SLIDE MASTER. You can delete columns, resize them or modify them as needed for your layout. </a:t>
                      </a:r>
                    </a:p>
                    <a:p>
                      <a:pPr marL="0" marR="0" indent="0" algn="l" defTabSz="3765366" rtl="0" eaLnBrk="1" fontAlgn="auto" latinLnBrk="0" hangingPunct="1">
                        <a:lnSpc>
                          <a:spcPct val="100000"/>
                        </a:lnSpc>
                        <a:spcBef>
                          <a:spcPts val="0"/>
                        </a:spcBef>
                        <a:spcAft>
                          <a:spcPts val="0"/>
                        </a:spcAft>
                        <a:buClrTx/>
                        <a:buSzTx/>
                        <a:buFontTx/>
                        <a:buNone/>
                        <a:tabLst/>
                        <a:defRPr/>
                      </a:pPr>
                      <a:r>
                        <a:rPr lang="en-US" sz="2800" dirty="0">
                          <a:solidFill>
                            <a:srgbClr val="D9D9D9"/>
                          </a:solidFill>
                          <a:latin typeface="Arial" panose="020B0604020202020204" pitchFamily="34" charset="0"/>
                          <a:cs typeface="Arial" panose="020B0604020202020204" pitchFamily="34" charset="0"/>
                        </a:rPr>
                        <a:t>You can see a tutorial here: </a:t>
                      </a:r>
                      <a:r>
                        <a:rPr lang="en-US" sz="2800" u="sng" dirty="0">
                          <a:solidFill>
                            <a:srgbClr val="FFC000"/>
                          </a:solidFill>
                          <a:latin typeface="Arial" panose="020B0604020202020204" pitchFamily="34" charset="0"/>
                          <a:cs typeface="Arial" panose="020B0604020202020204" pitchFamily="34" charset="0"/>
                        </a:rPr>
                        <a:t>https://</a:t>
                      </a:r>
                      <a:r>
                        <a:rPr lang="en-US" sz="2800" u="sng" dirty="0" err="1">
                          <a:solidFill>
                            <a:srgbClr val="FFC000"/>
                          </a:solidFill>
                          <a:latin typeface="Arial" panose="020B0604020202020204" pitchFamily="34" charset="0"/>
                          <a:cs typeface="Arial" panose="020B0604020202020204" pitchFamily="34" charset="0"/>
                        </a:rPr>
                        <a:t>www.posterpresentations.com</a:t>
                      </a:r>
                      <a:r>
                        <a:rPr lang="en-US" sz="2800" u="sng" dirty="0">
                          <a:solidFill>
                            <a:srgbClr val="FFC000"/>
                          </a:solidFill>
                          <a:latin typeface="Arial" panose="020B0604020202020204" pitchFamily="34" charset="0"/>
                          <a:cs typeface="Arial" panose="020B0604020202020204" pitchFamily="34" charset="0"/>
                        </a:rPr>
                        <a:t>/how-to-change-the-column-</a:t>
                      </a:r>
                      <a:r>
                        <a:rPr lang="en-US" sz="2800" u="sng" dirty="0" err="1">
                          <a:solidFill>
                            <a:srgbClr val="FFC000"/>
                          </a:solidFill>
                          <a:latin typeface="Arial" panose="020B0604020202020204" pitchFamily="34" charset="0"/>
                          <a:cs typeface="Arial" panose="020B0604020202020204" pitchFamily="34" charset="0"/>
                        </a:rPr>
                        <a:t>configuration.html</a:t>
                      </a:r>
                      <a:endParaRPr lang="en-US" sz="6000" u="sng" dirty="0">
                        <a:solidFill>
                          <a:srgbClr val="FFC000"/>
                        </a:solidFill>
                      </a:endParaRPr>
                    </a:p>
                  </a:txBody>
                  <a:tcPr marL="182880" marT="137160">
                    <a:solidFill>
                      <a:schemeClr val="tx1"/>
                    </a:solidFill>
                  </a:tcPr>
                </a:tc>
                <a:tc hMerge="1">
                  <a:txBody>
                    <a:bodyPr/>
                    <a:lstStyle/>
                    <a:p>
                      <a:endParaRPr lang="en-US"/>
                    </a:p>
                  </a:txBody>
                  <a:tcPr/>
                </a:tc>
                <a:tc hMerge="1">
                  <a:txBody>
                    <a:bodyPr/>
                    <a:lstStyle/>
                    <a:p>
                      <a:endParaRPr lang="en-US" dirty="0"/>
                    </a:p>
                  </a:txBody>
                  <a:tcPr marL="182880" marT="137160">
                    <a:solidFill>
                      <a:srgbClr val="010101"/>
                    </a:solidFill>
                  </a:tcPr>
                </a:tc>
                <a:extLst>
                  <a:ext uri="{0D108BD9-81ED-4DB2-BD59-A6C34878D82A}">
                    <a16:rowId xmlns:a16="http://schemas.microsoft.com/office/drawing/2014/main" val="10004"/>
                  </a:ext>
                </a:extLst>
              </a:tr>
              <a:tr h="2338318">
                <a:tc>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800" noProof="0" dirty="0">
                        <a:solidFill>
                          <a:srgbClr val="D9D9D9"/>
                        </a:solidFill>
                        <a:latin typeface="Arial" panose="020B0604020202020204" pitchFamily="34" charset="0"/>
                        <a:cs typeface="Arial" panose="020B0604020202020204" pitchFamily="34" charset="0"/>
                      </a:endParaRPr>
                    </a:p>
                  </a:txBody>
                  <a:tcPr marL="182880" marT="137160">
                    <a:blipFill dpi="0" rotWithShape="1">
                      <a:blip r:embed="rId8">
                        <a:extLst>
                          <a:ext uri="{28A0092B-C50C-407E-A947-70E740481C1C}">
                            <a14:useLocalDpi xmlns:a14="http://schemas.microsoft.com/office/drawing/2010/main" val="0"/>
                          </a:ext>
                        </a:extLst>
                      </a:blip>
                      <a:srcRect/>
                      <a:stretch>
                        <a:fillRect/>
                      </a:stretch>
                    </a:blipFill>
                  </a:tcPr>
                </a:tc>
                <a:tc rowSpan="2"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3200" b="1" noProof="0" dirty="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noProof="0" dirty="0">
                          <a:solidFill>
                            <a:srgbClr val="D9D9D9"/>
                          </a:solidFill>
                          <a:latin typeface="Arial" panose="020B0604020202020204" pitchFamily="34" charset="0"/>
                          <a:cs typeface="Arial" panose="020B0604020202020204" pitchFamily="34" charset="0"/>
                        </a:rPr>
                        <a:t>The Quick Start</a:t>
                      </a:r>
                      <a:r>
                        <a:rPr lang="en-US" sz="2800" baseline="0" noProof="0" dirty="0">
                          <a:solidFill>
                            <a:srgbClr val="D9D9D9"/>
                          </a:solidFill>
                          <a:latin typeface="Arial" panose="020B0604020202020204" pitchFamily="34" charset="0"/>
                          <a:cs typeface="Arial" panose="020B0604020202020204" pitchFamily="34" charset="0"/>
                        </a:rPr>
                        <a:t> Guides</a:t>
                      </a:r>
                      <a:r>
                        <a:rPr lang="en-US" sz="2800" noProof="0" dirty="0">
                          <a:solidFill>
                            <a:srgbClr val="D9D9D9"/>
                          </a:solidFill>
                          <a:latin typeface="Arial" panose="020B0604020202020204" pitchFamily="34" charset="0"/>
                          <a:cs typeface="Arial" panose="020B0604020202020204" pitchFamily="34" charset="0"/>
                        </a:rPr>
                        <a:t> </a:t>
                      </a:r>
                      <a:r>
                        <a:rPr lang="en-US" sz="2800" u="sng" noProof="0" dirty="0">
                          <a:solidFill>
                            <a:srgbClr val="D9D9D9"/>
                          </a:solidFill>
                          <a:latin typeface="Arial" panose="020B0604020202020204" pitchFamily="34" charset="0"/>
                          <a:cs typeface="Arial" panose="020B0604020202020204" pitchFamily="34" charset="0"/>
                        </a:rPr>
                        <a:t>are outside the template’s printable area</a:t>
                      </a:r>
                      <a:r>
                        <a:rPr lang="en-US" sz="2800" noProof="0" dirty="0">
                          <a:solidFill>
                            <a:srgbClr val="D9D9D9"/>
                          </a:solidFill>
                          <a:latin typeface="Arial" panose="020B0604020202020204" pitchFamily="34" charset="0"/>
                          <a:cs typeface="Arial" panose="020B0604020202020204" pitchFamily="34" charset="0"/>
                        </a:rPr>
                        <a:t> and they will not be on the printed poster</a:t>
                      </a:r>
                      <a:r>
                        <a:rPr lang="en-US" sz="2800" baseline="0" noProof="0" dirty="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8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baseline="0" noProof="0" dirty="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8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baseline="0" noProof="0" dirty="0">
                          <a:solidFill>
                            <a:srgbClr val="D9D9D9"/>
                          </a:solidFill>
                          <a:latin typeface="Arial" panose="020B0604020202020204" pitchFamily="34" charset="0"/>
                          <a:cs typeface="Arial" panose="020B0604020202020204" pitchFamily="34" charset="0"/>
                        </a:rPr>
                        <a:t>To hide the guides click on the </a:t>
                      </a:r>
                      <a:r>
                        <a:rPr lang="en-US" sz="2800" b="1" baseline="0" noProof="0" dirty="0">
                          <a:solidFill>
                            <a:srgbClr val="D9D9D9"/>
                          </a:solidFill>
                          <a:latin typeface="Arial" panose="020B0604020202020204" pitchFamily="34" charset="0"/>
                          <a:cs typeface="Arial" panose="020B0604020202020204" pitchFamily="34" charset="0"/>
                        </a:rPr>
                        <a:t>Home</a:t>
                      </a:r>
                      <a:r>
                        <a:rPr lang="en-US" sz="2800" baseline="0" noProof="0" dirty="0">
                          <a:solidFill>
                            <a:srgbClr val="D9D9D9"/>
                          </a:solidFill>
                          <a:latin typeface="Arial" panose="020B0604020202020204" pitchFamily="34" charset="0"/>
                          <a:cs typeface="Arial" panose="020B0604020202020204" pitchFamily="34" charset="0"/>
                        </a:rPr>
                        <a:t> tab (top of the screen) and then click on the </a:t>
                      </a:r>
                      <a:r>
                        <a:rPr lang="en-US" sz="2800" b="1" baseline="0" noProof="0" dirty="0">
                          <a:solidFill>
                            <a:srgbClr val="D9D9D9"/>
                          </a:solidFill>
                          <a:latin typeface="Arial" panose="020B0604020202020204" pitchFamily="34" charset="0"/>
                          <a:cs typeface="Arial" panose="020B0604020202020204" pitchFamily="34" charset="0"/>
                        </a:rPr>
                        <a:t>Layout</a:t>
                      </a:r>
                      <a:r>
                        <a:rPr lang="en-US" sz="2800" baseline="0" noProof="0" dirty="0">
                          <a:solidFill>
                            <a:srgbClr val="D9D9D9"/>
                          </a:solidFill>
                          <a:latin typeface="Arial" panose="020B0604020202020204" pitchFamily="34" charset="0"/>
                          <a:cs typeface="Arial" panose="020B0604020202020204" pitchFamily="34" charset="0"/>
                        </a:rPr>
                        <a:t> button below to see the available layouts. Choose the </a:t>
                      </a:r>
                      <a:r>
                        <a:rPr lang="en-US" sz="2800" b="1" baseline="0" noProof="0" dirty="0">
                          <a:solidFill>
                            <a:srgbClr val="D9D9D9"/>
                          </a:solidFill>
                          <a:latin typeface="Arial" panose="020B0604020202020204" pitchFamily="34" charset="0"/>
                          <a:cs typeface="Arial" panose="020B0604020202020204" pitchFamily="34" charset="0"/>
                        </a:rPr>
                        <a:t>Without Guides </a:t>
                      </a:r>
                      <a:r>
                        <a:rPr lang="en-US" sz="2800" b="0" baseline="0" noProof="0" dirty="0">
                          <a:solidFill>
                            <a:srgbClr val="D9D9D9"/>
                          </a:solidFill>
                          <a:latin typeface="Arial" panose="020B0604020202020204" pitchFamily="34" charset="0"/>
                          <a:cs typeface="Arial" panose="020B0604020202020204" pitchFamily="34" charset="0"/>
                        </a:rPr>
                        <a:t>layout</a:t>
                      </a:r>
                      <a:r>
                        <a:rPr lang="en-US" sz="2800" baseline="0" noProof="0" dirty="0">
                          <a:solidFill>
                            <a:srgbClr val="D9D9D9"/>
                          </a:solidFill>
                          <a:latin typeface="Arial" panose="020B0604020202020204" pitchFamily="34" charset="0"/>
                          <a:cs typeface="Arial" panose="020B0604020202020204" pitchFamily="34" charset="0"/>
                        </a:rPr>
                        <a:t>.</a:t>
                      </a:r>
                      <a:endParaRPr lang="en-US" sz="28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rowSpan="2"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3200" b="1" noProof="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noProof="0">
                          <a:solidFill>
                            <a:srgbClr val="D9D9D9"/>
                          </a:solidFill>
                          <a:latin typeface="Arial" panose="020B0604020202020204" pitchFamily="34" charset="0"/>
                          <a:cs typeface="Arial" panose="020B0604020202020204" pitchFamily="34" charset="0"/>
                        </a:rPr>
                        <a:t>The Quick Start</a:t>
                      </a:r>
                      <a:r>
                        <a:rPr lang="en-US" sz="2800" baseline="0" noProof="0">
                          <a:solidFill>
                            <a:srgbClr val="D9D9D9"/>
                          </a:solidFill>
                          <a:latin typeface="Arial" panose="020B0604020202020204" pitchFamily="34" charset="0"/>
                          <a:cs typeface="Arial" panose="020B0604020202020204" pitchFamily="34" charset="0"/>
                        </a:rPr>
                        <a:t> Guides</a:t>
                      </a:r>
                      <a:r>
                        <a:rPr lang="en-US" sz="2800" noProof="0">
                          <a:solidFill>
                            <a:srgbClr val="D9D9D9"/>
                          </a:solidFill>
                          <a:latin typeface="Arial" panose="020B0604020202020204" pitchFamily="34" charset="0"/>
                          <a:cs typeface="Arial" panose="020B0604020202020204" pitchFamily="34" charset="0"/>
                        </a:rPr>
                        <a:t> </a:t>
                      </a:r>
                      <a:r>
                        <a:rPr lang="en-US" sz="2800" u="sng" noProof="0">
                          <a:solidFill>
                            <a:srgbClr val="D9D9D9"/>
                          </a:solidFill>
                          <a:latin typeface="Arial" panose="020B0604020202020204" pitchFamily="34" charset="0"/>
                          <a:cs typeface="Arial" panose="020B0604020202020204" pitchFamily="34" charset="0"/>
                        </a:rPr>
                        <a:t>are outside the template’s printable area</a:t>
                      </a:r>
                      <a:r>
                        <a:rPr lang="en-US" sz="2800" noProof="0">
                          <a:solidFill>
                            <a:srgbClr val="D9D9D9"/>
                          </a:solidFill>
                          <a:latin typeface="Arial" panose="020B0604020202020204" pitchFamily="34" charset="0"/>
                          <a:cs typeface="Arial" panose="020B0604020202020204" pitchFamily="34" charset="0"/>
                        </a:rPr>
                        <a:t> and they will not be on the printed poster</a:t>
                      </a:r>
                      <a:r>
                        <a:rPr lang="en-US" sz="2800" baseline="0" noProof="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800" baseline="0" noProof="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baseline="0" noProof="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800" baseline="0" noProof="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baseline="0" noProof="0">
                          <a:solidFill>
                            <a:srgbClr val="D9D9D9"/>
                          </a:solidFill>
                          <a:latin typeface="Arial" panose="020B0604020202020204" pitchFamily="34" charset="0"/>
                          <a:cs typeface="Arial" panose="020B0604020202020204" pitchFamily="34" charset="0"/>
                        </a:rPr>
                        <a:t>To hide the guides click on the </a:t>
                      </a:r>
                      <a:r>
                        <a:rPr lang="en-US" sz="2800" b="1" baseline="0" noProof="0">
                          <a:solidFill>
                            <a:srgbClr val="D9D9D9"/>
                          </a:solidFill>
                          <a:latin typeface="Arial" panose="020B0604020202020204" pitchFamily="34" charset="0"/>
                          <a:cs typeface="Arial" panose="020B0604020202020204" pitchFamily="34" charset="0"/>
                        </a:rPr>
                        <a:t>Home</a:t>
                      </a:r>
                      <a:r>
                        <a:rPr lang="en-US" sz="2800" baseline="0" noProof="0">
                          <a:solidFill>
                            <a:srgbClr val="D9D9D9"/>
                          </a:solidFill>
                          <a:latin typeface="Arial" panose="020B0604020202020204" pitchFamily="34" charset="0"/>
                          <a:cs typeface="Arial" panose="020B0604020202020204" pitchFamily="34" charset="0"/>
                        </a:rPr>
                        <a:t> tab (top of the screen) and then click on the </a:t>
                      </a:r>
                      <a:r>
                        <a:rPr lang="en-US" sz="2800" b="1" baseline="0" noProof="0">
                          <a:solidFill>
                            <a:srgbClr val="D9D9D9"/>
                          </a:solidFill>
                          <a:latin typeface="Arial" panose="020B0604020202020204" pitchFamily="34" charset="0"/>
                          <a:cs typeface="Arial" panose="020B0604020202020204" pitchFamily="34" charset="0"/>
                        </a:rPr>
                        <a:t>Layout</a:t>
                      </a:r>
                      <a:r>
                        <a:rPr lang="en-US" sz="2800" baseline="0" noProof="0">
                          <a:solidFill>
                            <a:srgbClr val="D9D9D9"/>
                          </a:solidFill>
                          <a:latin typeface="Arial" panose="020B0604020202020204" pitchFamily="34" charset="0"/>
                          <a:cs typeface="Arial" panose="020B0604020202020204" pitchFamily="34" charset="0"/>
                        </a:rPr>
                        <a:t> button below to see the available layouts. Choose the </a:t>
                      </a:r>
                      <a:r>
                        <a:rPr lang="en-US" sz="2800" b="1" baseline="0" noProof="0">
                          <a:solidFill>
                            <a:srgbClr val="D9D9D9"/>
                          </a:solidFill>
                          <a:latin typeface="Arial" panose="020B0604020202020204" pitchFamily="34" charset="0"/>
                          <a:cs typeface="Arial" panose="020B0604020202020204" pitchFamily="34" charset="0"/>
                        </a:rPr>
                        <a:t>Without Guides </a:t>
                      </a:r>
                      <a:r>
                        <a:rPr lang="en-US" sz="2800" b="0" baseline="0" noProof="0">
                          <a:solidFill>
                            <a:srgbClr val="D9D9D9"/>
                          </a:solidFill>
                          <a:latin typeface="Arial" panose="020B0604020202020204" pitchFamily="34" charset="0"/>
                          <a:cs typeface="Arial" panose="020B0604020202020204" pitchFamily="34" charset="0"/>
                        </a:rPr>
                        <a:t>layout</a:t>
                      </a:r>
                      <a:r>
                        <a:rPr lang="en-US" sz="2800" baseline="0" noProof="0">
                          <a:solidFill>
                            <a:srgbClr val="D9D9D9"/>
                          </a:solidFill>
                          <a:latin typeface="Arial" panose="020B0604020202020204" pitchFamily="34" charset="0"/>
                          <a:cs typeface="Arial" panose="020B0604020202020204" pitchFamily="34" charset="0"/>
                        </a:rPr>
                        <a:t>.</a:t>
                      </a:r>
                      <a:endParaRPr lang="en-US" sz="28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5"/>
                  </a:ext>
                </a:extLst>
              </a:tr>
              <a:tr h="7587261">
                <a:tc>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8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gridSpan="2" v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8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hMerge="1" vMerge="1">
                  <a:txBody>
                    <a:bodyPr/>
                    <a:lstStyle/>
                    <a:p>
                      <a:endParaRPr lang="en-US"/>
                    </a:p>
                  </a:txBody>
                  <a:tcPr/>
                </a:tc>
                <a:extLst>
                  <a:ext uri="{0D108BD9-81ED-4DB2-BD59-A6C34878D82A}">
                    <a16:rowId xmlns:a16="http://schemas.microsoft.com/office/drawing/2014/main" val="1766341567"/>
                  </a:ext>
                </a:extLst>
              </a:tr>
              <a:tr h="6445253">
                <a:tc>
                  <a:txBody>
                    <a:bodyPr/>
                    <a:lstStyle/>
                    <a:p>
                      <a:pPr rtl="0"/>
                      <a:r>
                        <a:rPr lang="en-US" sz="3200" b="1" dirty="0">
                          <a:solidFill>
                            <a:srgbClr val="FFC000"/>
                          </a:solidFill>
                          <a:latin typeface="Arial" panose="020B0604020202020204" pitchFamily="34" charset="0"/>
                          <a:cs typeface="Arial" panose="020B0604020202020204" pitchFamily="34" charset="0"/>
                        </a:rPr>
                        <a:t>How to</a:t>
                      </a:r>
                      <a:r>
                        <a:rPr lang="en-US" sz="3200" b="1" baseline="0" dirty="0">
                          <a:solidFill>
                            <a:srgbClr val="FFC000"/>
                          </a:solidFill>
                          <a:latin typeface="Arial" panose="020B0604020202020204" pitchFamily="34" charset="0"/>
                          <a:cs typeface="Arial" panose="020B0604020202020204" pitchFamily="34" charset="0"/>
                        </a:rPr>
                        <a:t> preview your poster prior to printing</a:t>
                      </a:r>
                      <a:endParaRPr lang="en-US" sz="3200" b="1" dirty="0">
                        <a:solidFill>
                          <a:srgbClr val="FFC000"/>
                        </a:solidFill>
                        <a:latin typeface="Arial" panose="020B0604020202020204" pitchFamily="34" charset="0"/>
                        <a:cs typeface="Arial" panose="020B0604020202020204" pitchFamily="34" charset="0"/>
                      </a:endParaRPr>
                    </a:p>
                    <a:p>
                      <a:pPr rtl="0"/>
                      <a:r>
                        <a:rPr lang="en-US" sz="2800" dirty="0">
                          <a:solidFill>
                            <a:srgbClr val="D9D9D9"/>
                          </a:solidFill>
                          <a:latin typeface="Arial" panose="020B0604020202020204" pitchFamily="34" charset="0"/>
                          <a:cs typeface="Arial" panose="020B0604020202020204" pitchFamily="34" charset="0"/>
                        </a:rPr>
                        <a:t>You can preview your poster at any time by pressing the </a:t>
                      </a:r>
                      <a:r>
                        <a:rPr lang="en-US" sz="2800" dirty="0">
                          <a:solidFill>
                            <a:srgbClr val="FFC000"/>
                          </a:solidFill>
                          <a:latin typeface="Arial" panose="020B0604020202020204" pitchFamily="34" charset="0"/>
                          <a:cs typeface="Arial" panose="020B0604020202020204" pitchFamily="34" charset="0"/>
                        </a:rPr>
                        <a:t>F5 key</a:t>
                      </a:r>
                      <a:r>
                        <a:rPr lang="en-US" sz="2800" dirty="0">
                          <a:solidFill>
                            <a:srgbClr val="D9D9D9"/>
                          </a:solidFill>
                          <a:latin typeface="Arial" panose="020B0604020202020204" pitchFamily="34" charset="0"/>
                          <a:cs typeface="Arial" panose="020B0604020202020204" pitchFamily="34" charset="0"/>
                        </a:rPr>
                        <a:t> on your keyboard. You will see on the screen what's on your poster and how it should look when printed. Press the </a:t>
                      </a:r>
                      <a:r>
                        <a:rPr lang="en-US" sz="2800" dirty="0">
                          <a:solidFill>
                            <a:srgbClr val="FFC000"/>
                          </a:solidFill>
                          <a:latin typeface="Arial" panose="020B0604020202020204" pitchFamily="34" charset="0"/>
                          <a:cs typeface="Arial" panose="020B0604020202020204" pitchFamily="34" charset="0"/>
                        </a:rPr>
                        <a:t>ESC key </a:t>
                      </a:r>
                      <a:r>
                        <a:rPr lang="en-US" sz="2800" dirty="0">
                          <a:solidFill>
                            <a:srgbClr val="D9D9D9"/>
                          </a:solidFill>
                          <a:latin typeface="Arial" panose="020B0604020202020204" pitchFamily="34" charset="0"/>
                          <a:cs typeface="Arial" panose="020B0604020202020204" pitchFamily="34" charset="0"/>
                        </a:rPr>
                        <a:t>to exit Preview.</a:t>
                      </a:r>
                    </a:p>
                  </a:txBody>
                  <a:tcPr marL="182880" marT="137160">
                    <a:solidFill>
                      <a:srgbClr val="010101"/>
                    </a:solidFill>
                  </a:tcPr>
                </a:tc>
                <a:tc gridSpan="2">
                  <a:txBody>
                    <a:bodyPr/>
                    <a:lstStyle/>
                    <a:p>
                      <a:pPr rtl="0"/>
                      <a:r>
                        <a:rPr lang="en-US" sz="13800" b="1" dirty="0">
                          <a:solidFill>
                            <a:srgbClr val="D9D9D9"/>
                          </a:solidFill>
                          <a:latin typeface="Arial" panose="020B0604020202020204" pitchFamily="34" charset="0"/>
                          <a:cs typeface="Arial" panose="020B0604020202020204" pitchFamily="34" charset="0"/>
                        </a:rPr>
                        <a:t>F5</a:t>
                      </a:r>
                      <a:r>
                        <a:rPr lang="en-US" sz="2800" baseline="0" dirty="0">
                          <a:solidFill>
                            <a:srgbClr val="D9D9D9"/>
                          </a:solidFill>
                          <a:latin typeface="Arial" panose="020B0604020202020204" pitchFamily="34" charset="0"/>
                          <a:cs typeface="Arial" panose="020B0604020202020204" pitchFamily="34" charset="0"/>
                        </a:rPr>
                        <a:t> </a:t>
                      </a:r>
                      <a:endParaRPr lang="en-US" sz="2800" dirty="0">
                        <a:solidFill>
                          <a:srgbClr val="D9D9D9"/>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tc hMerge="1">
                  <a:txBody>
                    <a:bodyPr/>
                    <a:lstStyle/>
                    <a:p>
                      <a:pPr algn="ctr"/>
                      <a:r>
                        <a:rPr lang="en-US" sz="13800" b="1" dirty="0">
                          <a:solidFill>
                            <a:srgbClr val="D9D9D9"/>
                          </a:solidFill>
                          <a:latin typeface="Arial" panose="020B0604020202020204" pitchFamily="34" charset="0"/>
                          <a:cs typeface="Arial" panose="020B0604020202020204" pitchFamily="34" charset="0"/>
                        </a:rPr>
                        <a:t>F5</a:t>
                      </a:r>
                      <a:r>
                        <a:rPr lang="en-US" sz="2800" baseline="0" dirty="0">
                          <a:solidFill>
                            <a:srgbClr val="D9D9D9"/>
                          </a:solidFill>
                          <a:latin typeface="Arial" panose="020B0604020202020204" pitchFamily="34" charset="0"/>
                          <a:cs typeface="Arial" panose="020B0604020202020204" pitchFamily="34" charset="0"/>
                        </a:rPr>
                        <a:t> </a:t>
                      </a:r>
                      <a:endParaRPr lang="en-US" sz="6000" dirty="0"/>
                    </a:p>
                  </a:txBody>
                  <a:tcPr marL="182880" marT="137160" anchor="ctr">
                    <a:solidFill>
                      <a:schemeClr val="tx1">
                        <a:lumMod val="95000"/>
                        <a:lumOff val="5000"/>
                      </a:schemeClr>
                    </a:solidFill>
                  </a:tcPr>
                </a:tc>
                <a:extLst>
                  <a:ext uri="{0D108BD9-81ED-4DB2-BD59-A6C34878D82A}">
                    <a16:rowId xmlns:a16="http://schemas.microsoft.com/office/drawing/2014/main" val="10006"/>
                  </a:ext>
                </a:extLst>
              </a:tr>
              <a:tr h="7395530">
                <a:tc gridSpan="3">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3200" b="1" noProof="0" dirty="0">
                          <a:solidFill>
                            <a:srgbClr val="FFC000"/>
                          </a:solidFill>
                          <a:latin typeface="Arial"/>
                          <a:cs typeface="Arial"/>
                        </a:rPr>
                        <a:t>How to print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noProof="0" dirty="0">
                          <a:solidFill>
                            <a:srgbClr val="D9D9D9"/>
                          </a:solidFill>
                          <a:latin typeface="Arial"/>
                          <a:cs typeface="Arial"/>
                        </a:rPr>
                        <a:t>When you are ready to have your poster printed go online to </a:t>
                      </a:r>
                      <a:r>
                        <a:rPr lang="en-US" sz="2800" noProof="0" dirty="0" err="1">
                          <a:solidFill>
                            <a:srgbClr val="FFC000"/>
                          </a:solidFill>
                          <a:latin typeface="Arial"/>
                          <a:cs typeface="Arial"/>
                        </a:rPr>
                        <a:t>PosterPresentations.com</a:t>
                      </a:r>
                      <a:r>
                        <a:rPr lang="en-US" sz="2800" noProof="0" dirty="0">
                          <a:solidFill>
                            <a:srgbClr val="D9D9D9"/>
                          </a:solidFill>
                          <a:latin typeface="Arial"/>
                          <a:cs typeface="Arial"/>
                        </a:rPr>
                        <a:t> and click on the "</a:t>
                      </a:r>
                      <a:r>
                        <a:rPr lang="en-US" sz="2800" noProof="0" dirty="0">
                          <a:solidFill>
                            <a:srgbClr val="FFC000"/>
                          </a:solidFill>
                          <a:latin typeface="Arial"/>
                          <a:cs typeface="Arial"/>
                        </a:rPr>
                        <a:t>Order Your Poster</a:t>
                      </a:r>
                      <a:r>
                        <a:rPr lang="en-US" sz="2800" noProof="0" dirty="0">
                          <a:solidFill>
                            <a:srgbClr val="D9D9D9"/>
                          </a:solidFill>
                          <a:latin typeface="Arial"/>
                          <a:cs typeface="Arial"/>
                        </a:rPr>
                        <a:t>" button. You can have your poster printed on professional papers, fabric for easy traveling and a variety of other materials. </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noProof="0" dirty="0">
                          <a:solidFill>
                            <a:srgbClr val="D9D9D9"/>
                          </a:solidFill>
                          <a:latin typeface="Arial"/>
                          <a:cs typeface="Arial"/>
                        </a:rPr>
                        <a:t>If you submit a PowerPoint document, you will be receiving a PDF proof for your approval prior to printing. If your order is placed and paid for before noon (Pacific time) Monday-Friday, your order will ship out that same day. FedEx Next day, Second day, Third day, and Free Ground services are offered. </a:t>
                      </a:r>
                    </a:p>
                    <a:p>
                      <a:pPr marL="0" marR="0" lvl="0" indent="0" algn="l" defTabSz="114300" rtl="0" eaLnBrk="1" fontAlgn="auto" latinLnBrk="0" hangingPunct="1">
                        <a:lnSpc>
                          <a:spcPct val="100000"/>
                        </a:lnSpc>
                        <a:spcBef>
                          <a:spcPts val="0"/>
                        </a:spcBef>
                        <a:spcAft>
                          <a:spcPts val="0"/>
                        </a:spcAft>
                        <a:buClrTx/>
                        <a:buSzTx/>
                        <a:buFontTx/>
                        <a:buNone/>
                        <a:tabLst/>
                        <a:defRPr/>
                      </a:pPr>
                      <a:br>
                        <a:rPr lang="en-US" sz="2800" noProof="0" dirty="0">
                          <a:solidFill>
                            <a:srgbClr val="D9D9D9"/>
                          </a:solidFill>
                          <a:latin typeface="Arial"/>
                          <a:cs typeface="Arial"/>
                        </a:rPr>
                      </a:br>
                      <a:r>
                        <a:rPr lang="en-US" sz="2800" noProof="0" dirty="0">
                          <a:solidFill>
                            <a:srgbClr val="D9D9D9"/>
                          </a:solidFill>
                          <a:latin typeface="Arial"/>
                          <a:cs typeface="Arial"/>
                        </a:rPr>
                        <a:t>Go to </a:t>
                      </a:r>
                      <a:r>
                        <a:rPr lang="en-US" sz="2800" noProof="0" dirty="0" err="1">
                          <a:solidFill>
                            <a:srgbClr val="FFC000"/>
                          </a:solidFill>
                          <a:latin typeface="Arial"/>
                          <a:cs typeface="Arial"/>
                        </a:rPr>
                        <a:t>PosterPresentations.com</a:t>
                      </a:r>
                      <a:r>
                        <a:rPr lang="en-US" sz="2800" noProof="0" dirty="0">
                          <a:solidFill>
                            <a:srgbClr val="D9D9D9"/>
                          </a:solidFill>
                          <a:latin typeface="Arial"/>
                          <a:cs typeface="Arial"/>
                        </a:rPr>
                        <a:t> for more information.</a:t>
                      </a:r>
                    </a:p>
                  </a:txBody>
                  <a:tcPr marL="182880" marT="137160">
                    <a:solidFill>
                      <a:srgbClr val="01010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7"/>
                  </a:ext>
                </a:extLst>
              </a:tr>
              <a:tr h="1458719">
                <a:tc gridSpan="3">
                  <a:txBody>
                    <a:bodyPr/>
                    <a:lstStyle/>
                    <a:p>
                      <a:endParaRPr lang="en-US" sz="2800" dirty="0">
                        <a:solidFill>
                          <a:srgbClr val="1F3A4E"/>
                        </a:solidFill>
                      </a:endParaRPr>
                    </a:p>
                  </a:txBody>
                  <a:tcPr marL="182880" marT="137160">
                    <a:blipFill dpi="0" rotWithShape="1">
                      <a:blip r:embed="rId9">
                        <a:extLst>
                          <a:ext uri="{28A0092B-C50C-407E-A947-70E740481C1C}">
                            <a14:useLocalDpi xmlns:a14="http://schemas.microsoft.com/office/drawing/2010/main" val="0"/>
                          </a:ext>
                        </a:extLst>
                      </a:blip>
                      <a:srcRect/>
                      <a:stretch>
                        <a:fillRect/>
                      </a:stretch>
                    </a:blip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8"/>
                  </a:ext>
                </a:extLst>
              </a:tr>
              <a:tr h="1982842">
                <a:tc gridSpan="2">
                  <a:txBody>
                    <a:bodyPr/>
                    <a:lstStyle/>
                    <a:p>
                      <a:pPr>
                        <a:lnSpc>
                          <a:spcPts val="2600"/>
                        </a:lnSpc>
                      </a:pPr>
                      <a:r>
                        <a:rPr lang="en-US" sz="2400" dirty="0">
                          <a:solidFill>
                            <a:schemeClr val="bg1">
                              <a:lumMod val="85000"/>
                            </a:schemeClr>
                          </a:solidFill>
                          <a:latin typeface="Arial"/>
                          <a:cs typeface="Arial"/>
                        </a:rPr>
                        <a:t>© 2019</a:t>
                      </a:r>
                      <a:r>
                        <a:rPr lang="en-US" sz="2400" baseline="0" dirty="0">
                          <a:solidFill>
                            <a:schemeClr val="bg1">
                              <a:lumMod val="85000"/>
                            </a:schemeClr>
                          </a:solidFill>
                          <a:latin typeface="Arial"/>
                          <a:cs typeface="Arial"/>
                        </a:rPr>
                        <a:t> </a:t>
                      </a:r>
                      <a:r>
                        <a:rPr lang="en-US" sz="2400" dirty="0" err="1">
                          <a:solidFill>
                            <a:schemeClr val="bg1">
                              <a:lumMod val="85000"/>
                            </a:schemeClr>
                          </a:solidFill>
                          <a:latin typeface="Arial"/>
                          <a:cs typeface="Arial"/>
                        </a:rPr>
                        <a:t>PosterPresentations.com</a:t>
                      </a:r>
                      <a:br>
                        <a:rPr lang="en-US" sz="2400" dirty="0">
                          <a:solidFill>
                            <a:schemeClr val="bg1">
                              <a:lumMod val="85000"/>
                            </a:schemeClr>
                          </a:solidFill>
                          <a:latin typeface="Arial"/>
                          <a:cs typeface="Arial"/>
                        </a:rPr>
                      </a:br>
                      <a:r>
                        <a:rPr lang="en-US" sz="2400" dirty="0">
                          <a:solidFill>
                            <a:schemeClr val="bg1">
                              <a:lumMod val="85000"/>
                            </a:schemeClr>
                          </a:solidFill>
                          <a:latin typeface="Arial"/>
                          <a:cs typeface="Arial"/>
                        </a:rPr>
                        <a:t>2117 Fourth Street ,</a:t>
                      </a:r>
                      <a:r>
                        <a:rPr lang="en-US" sz="2400" baseline="0" dirty="0">
                          <a:solidFill>
                            <a:schemeClr val="bg1">
                              <a:lumMod val="85000"/>
                            </a:schemeClr>
                          </a:solidFill>
                          <a:latin typeface="Arial"/>
                          <a:cs typeface="Arial"/>
                        </a:rPr>
                        <a:t> STE C        </a:t>
                      </a:r>
                    </a:p>
                    <a:p>
                      <a:pPr>
                        <a:lnSpc>
                          <a:spcPts val="2600"/>
                        </a:lnSpc>
                      </a:pPr>
                      <a:r>
                        <a:rPr lang="en-US" sz="2400" baseline="0" dirty="0">
                          <a:solidFill>
                            <a:schemeClr val="bg1">
                              <a:lumMod val="85000"/>
                            </a:schemeClr>
                          </a:solidFill>
                          <a:latin typeface="Arial"/>
                          <a:cs typeface="Arial"/>
                        </a:rPr>
                        <a:t>Berkeley CA 94710 USA</a:t>
                      </a:r>
                      <a:endParaRPr lang="en-US" sz="2400" dirty="0">
                        <a:solidFill>
                          <a:schemeClr val="bg1">
                            <a:lumMod val="85000"/>
                          </a:schemeClr>
                        </a:solidFill>
                        <a:latin typeface="Arial"/>
                        <a:cs typeface="Arial"/>
                      </a:endParaRPr>
                    </a:p>
                  </a:txBody>
                  <a:tcPr marL="182880" marT="137160">
                    <a:solidFill>
                      <a:srgbClr val="010101"/>
                    </a:solidFill>
                  </a:tcPr>
                </a:tc>
                <a:tc hMerge="1">
                  <a:txBody>
                    <a:bodyPr/>
                    <a:lstStyle/>
                    <a:p>
                      <a:pPr>
                        <a:lnSpc>
                          <a:spcPts val="2600"/>
                        </a:lnSpc>
                      </a:pPr>
                      <a:endParaRPr lang="en-US" sz="2400" dirty="0">
                        <a:solidFill>
                          <a:schemeClr val="bg1">
                            <a:lumMod val="85000"/>
                          </a:schemeClr>
                        </a:solidFill>
                        <a:latin typeface="Arial"/>
                        <a:cs typeface="Arial"/>
                      </a:endParaRPr>
                    </a:p>
                  </a:txBody>
                  <a:tcPr marL="182880" marT="137160">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2800" b="1" dirty="0">
                          <a:solidFill>
                            <a:srgbClr val="D0D0D0"/>
                          </a:solidFill>
                          <a:latin typeface="Arial"/>
                          <a:cs typeface="Arial"/>
                        </a:rPr>
                        <a:t>For complete tutorials</a:t>
                      </a:r>
                      <a:r>
                        <a:rPr lang="en-US" sz="2800" b="1" baseline="0" dirty="0">
                          <a:solidFill>
                            <a:srgbClr val="D0D0D0"/>
                          </a:solidFill>
                          <a:latin typeface="Arial"/>
                          <a:cs typeface="Arial"/>
                        </a:rPr>
                        <a:t> visit:</a:t>
                      </a:r>
                    </a:p>
                    <a:p>
                      <a:pPr marL="0" marR="0" indent="0" algn="l" defTabSz="4388900" rtl="0" eaLnBrk="1" fontAlgn="auto" latinLnBrk="0" hangingPunct="1">
                        <a:lnSpc>
                          <a:spcPct val="100000"/>
                        </a:lnSpc>
                        <a:spcBef>
                          <a:spcPts val="0"/>
                        </a:spcBef>
                        <a:spcAft>
                          <a:spcPts val="0"/>
                        </a:spcAft>
                        <a:buClrTx/>
                        <a:buSzTx/>
                        <a:buFontTx/>
                        <a:buNone/>
                        <a:tabLst/>
                        <a:defRPr/>
                      </a:pPr>
                      <a:r>
                        <a:rPr lang="en-US" sz="2000" b="1" dirty="0">
                          <a:solidFill>
                            <a:srgbClr val="FFC000"/>
                          </a:solidFill>
                          <a:latin typeface="Arial"/>
                          <a:cs typeface="Arial"/>
                        </a:rPr>
                        <a:t>https://</a:t>
                      </a:r>
                      <a:r>
                        <a:rPr lang="en-US" sz="2000" b="1" dirty="0" err="1">
                          <a:solidFill>
                            <a:srgbClr val="FFC000"/>
                          </a:solidFill>
                          <a:latin typeface="Arial"/>
                          <a:cs typeface="Arial"/>
                        </a:rPr>
                        <a:t>www.posterpresentations.com</a:t>
                      </a:r>
                      <a:r>
                        <a:rPr lang="en-US" sz="2000" b="1" dirty="0">
                          <a:solidFill>
                            <a:srgbClr val="FFC000"/>
                          </a:solidFill>
                          <a:latin typeface="Arial"/>
                          <a:cs typeface="Arial"/>
                        </a:rPr>
                        <a:t>/</a:t>
                      </a:r>
                      <a:r>
                        <a:rPr lang="en-US" sz="2000" b="1" dirty="0" err="1">
                          <a:solidFill>
                            <a:srgbClr val="FFC000"/>
                          </a:solidFill>
                          <a:latin typeface="Arial"/>
                          <a:cs typeface="Arial"/>
                        </a:rPr>
                        <a:t>helpdesk.html</a:t>
                      </a:r>
                      <a:endParaRPr lang="en-US" sz="16600" dirty="0"/>
                    </a:p>
                  </a:txBody>
                  <a:tcPr marL="182880" marT="137160">
                    <a:solidFill>
                      <a:srgbClr val="010101"/>
                    </a:solidFill>
                  </a:tcPr>
                </a:tc>
                <a:extLst>
                  <a:ext uri="{0D108BD9-81ED-4DB2-BD59-A6C34878D82A}">
                    <a16:rowId xmlns:a16="http://schemas.microsoft.com/office/drawing/2014/main" val="10009"/>
                  </a:ext>
                </a:extLst>
              </a:tr>
            </a:tbl>
          </a:graphicData>
        </a:graphic>
      </p:graphicFrame>
    </p:spTree>
  </p:cSld>
  <p:clrMap bg1="lt1" tx1="dk1" bg2="lt2" tx2="dk2" accent1="accent1" accent2="accent2" accent3="accent3" accent4="accent4" accent5="accent5" accent6="accent6" hlink="hlink" folHlink="folHlink"/>
  <p:sldLayoutIdLst>
    <p:sldLayoutId id="2147483654" r:id="rId1"/>
  </p:sldLayoutIdLst>
  <p:txStyles>
    <p:titleStyle>
      <a:lvl1pPr algn="ctr" defTabSz="4298410" rtl="0" eaLnBrk="1" latinLnBrk="0" hangingPunct="1">
        <a:spcBef>
          <a:spcPct val="0"/>
        </a:spcBef>
        <a:buNone/>
        <a:defRPr sz="8500" kern="1200">
          <a:solidFill>
            <a:schemeClr val="bg1"/>
          </a:solidFill>
          <a:latin typeface="Trebuchet MS" pitchFamily="34" charset="0"/>
          <a:ea typeface="+mj-ea"/>
          <a:cs typeface="+mj-cs"/>
        </a:defRPr>
      </a:lvl1pPr>
    </p:titleStyle>
    <p:bodyStyle>
      <a:lvl1pPr marL="1611903" indent="-1611903" algn="l" defTabSz="4298410" rtl="0" eaLnBrk="1" latinLnBrk="0" hangingPunct="1">
        <a:spcBef>
          <a:spcPct val="20000"/>
        </a:spcBef>
        <a:buFont typeface="Arial" pitchFamily="34" charset="0"/>
        <a:buChar char="•"/>
        <a:defRPr sz="15100" kern="1200">
          <a:solidFill>
            <a:schemeClr val="tx1"/>
          </a:solidFill>
          <a:latin typeface="+mn-lt"/>
          <a:ea typeface="+mn-ea"/>
          <a:cs typeface="+mn-cs"/>
        </a:defRPr>
      </a:lvl1pPr>
      <a:lvl2pPr marL="3492457" indent="-1343252" algn="l" defTabSz="4298410" rtl="0" eaLnBrk="1" latinLnBrk="0" hangingPunct="1">
        <a:spcBef>
          <a:spcPct val="20000"/>
        </a:spcBef>
        <a:buFont typeface="Arial" pitchFamily="34" charset="0"/>
        <a:buChar char="–"/>
        <a:defRPr sz="13300" kern="1200">
          <a:solidFill>
            <a:schemeClr val="tx1"/>
          </a:solidFill>
          <a:latin typeface="+mn-lt"/>
          <a:ea typeface="+mn-ea"/>
          <a:cs typeface="+mn-cs"/>
        </a:defRPr>
      </a:lvl2pPr>
      <a:lvl3pPr marL="5373012" indent="-1074603" algn="l" defTabSz="4298410" rtl="0" eaLnBrk="1" latinLnBrk="0" hangingPunct="1">
        <a:spcBef>
          <a:spcPct val="20000"/>
        </a:spcBef>
        <a:buFont typeface="Arial" pitchFamily="34" charset="0"/>
        <a:buChar char="•"/>
        <a:defRPr sz="11300" kern="1200">
          <a:solidFill>
            <a:schemeClr val="tx1"/>
          </a:solidFill>
          <a:latin typeface="+mn-lt"/>
          <a:ea typeface="+mn-ea"/>
          <a:cs typeface="+mn-cs"/>
        </a:defRPr>
      </a:lvl3pPr>
      <a:lvl4pPr marL="7522217" indent="-1074603" algn="l" defTabSz="4298410" rtl="0" eaLnBrk="1" latinLnBrk="0" hangingPunct="1">
        <a:spcBef>
          <a:spcPct val="20000"/>
        </a:spcBef>
        <a:buFont typeface="Arial" pitchFamily="34" charset="0"/>
        <a:buChar char="–"/>
        <a:defRPr sz="9500" kern="1200">
          <a:solidFill>
            <a:schemeClr val="tx1"/>
          </a:solidFill>
          <a:latin typeface="+mn-lt"/>
          <a:ea typeface="+mn-ea"/>
          <a:cs typeface="+mn-cs"/>
        </a:defRPr>
      </a:lvl4pPr>
      <a:lvl5pPr marL="9671420" indent="-1074603" algn="l" defTabSz="4298410" rtl="0" eaLnBrk="1" latinLnBrk="0" hangingPunct="1">
        <a:spcBef>
          <a:spcPct val="20000"/>
        </a:spcBef>
        <a:buFont typeface="Arial" pitchFamily="34" charset="0"/>
        <a:buChar char="»"/>
        <a:defRPr sz="9500" kern="1200">
          <a:solidFill>
            <a:schemeClr val="tx1"/>
          </a:solidFill>
          <a:latin typeface="+mn-lt"/>
          <a:ea typeface="+mn-ea"/>
          <a:cs typeface="+mn-cs"/>
        </a:defRPr>
      </a:lvl5pPr>
      <a:lvl6pPr marL="11820625" indent="-1074603" algn="l" defTabSz="4298410" rtl="0" eaLnBrk="1" latinLnBrk="0" hangingPunct="1">
        <a:spcBef>
          <a:spcPct val="20000"/>
        </a:spcBef>
        <a:buFont typeface="Arial" pitchFamily="34" charset="0"/>
        <a:buChar char="•"/>
        <a:defRPr sz="9500" kern="1200">
          <a:solidFill>
            <a:schemeClr val="tx1"/>
          </a:solidFill>
          <a:latin typeface="+mn-lt"/>
          <a:ea typeface="+mn-ea"/>
          <a:cs typeface="+mn-cs"/>
        </a:defRPr>
      </a:lvl6pPr>
      <a:lvl7pPr marL="13969828" indent="-1074603" algn="l" defTabSz="4298410" rtl="0" eaLnBrk="1" latinLnBrk="0" hangingPunct="1">
        <a:spcBef>
          <a:spcPct val="20000"/>
        </a:spcBef>
        <a:buFont typeface="Arial" pitchFamily="34" charset="0"/>
        <a:buChar char="•"/>
        <a:defRPr sz="9500" kern="1200">
          <a:solidFill>
            <a:schemeClr val="tx1"/>
          </a:solidFill>
          <a:latin typeface="+mn-lt"/>
          <a:ea typeface="+mn-ea"/>
          <a:cs typeface="+mn-cs"/>
        </a:defRPr>
      </a:lvl7pPr>
      <a:lvl8pPr marL="16119034" indent="-1074603" algn="l" defTabSz="4298410" rtl="0" eaLnBrk="1" latinLnBrk="0" hangingPunct="1">
        <a:spcBef>
          <a:spcPct val="20000"/>
        </a:spcBef>
        <a:buFont typeface="Arial" pitchFamily="34" charset="0"/>
        <a:buChar char="•"/>
        <a:defRPr sz="9500" kern="1200">
          <a:solidFill>
            <a:schemeClr val="tx1"/>
          </a:solidFill>
          <a:latin typeface="+mn-lt"/>
          <a:ea typeface="+mn-ea"/>
          <a:cs typeface="+mn-cs"/>
        </a:defRPr>
      </a:lvl8pPr>
      <a:lvl9pPr marL="18268238" indent="-1074603" algn="l" defTabSz="4298410" rtl="0" eaLnBrk="1" latinLnBrk="0" hangingPunct="1">
        <a:spcBef>
          <a:spcPct val="20000"/>
        </a:spcBef>
        <a:buFont typeface="Arial" pitchFamily="34" charset="0"/>
        <a:buChar char="•"/>
        <a:defRPr sz="9500" kern="1200">
          <a:solidFill>
            <a:schemeClr val="tx1"/>
          </a:solidFill>
          <a:latin typeface="+mn-lt"/>
          <a:ea typeface="+mn-ea"/>
          <a:cs typeface="+mn-cs"/>
        </a:defRPr>
      </a:lvl9pPr>
    </p:bodyStyle>
    <p:otherStyle>
      <a:defPPr>
        <a:defRPr lang="en-US"/>
      </a:defPPr>
      <a:lvl1pPr marL="0" algn="l" defTabSz="4298410" rtl="0" eaLnBrk="1" latinLnBrk="0" hangingPunct="1">
        <a:defRPr sz="8500" kern="1200">
          <a:solidFill>
            <a:schemeClr val="tx1"/>
          </a:solidFill>
          <a:latin typeface="+mn-lt"/>
          <a:ea typeface="+mn-ea"/>
          <a:cs typeface="+mn-cs"/>
        </a:defRPr>
      </a:lvl1pPr>
      <a:lvl2pPr marL="2149205" algn="l" defTabSz="4298410" rtl="0" eaLnBrk="1" latinLnBrk="0" hangingPunct="1">
        <a:defRPr sz="8500" kern="1200">
          <a:solidFill>
            <a:schemeClr val="tx1"/>
          </a:solidFill>
          <a:latin typeface="+mn-lt"/>
          <a:ea typeface="+mn-ea"/>
          <a:cs typeface="+mn-cs"/>
        </a:defRPr>
      </a:lvl2pPr>
      <a:lvl3pPr marL="4298410" algn="l" defTabSz="4298410" rtl="0" eaLnBrk="1" latinLnBrk="0" hangingPunct="1">
        <a:defRPr sz="8500" kern="1200">
          <a:solidFill>
            <a:schemeClr val="tx1"/>
          </a:solidFill>
          <a:latin typeface="+mn-lt"/>
          <a:ea typeface="+mn-ea"/>
          <a:cs typeface="+mn-cs"/>
        </a:defRPr>
      </a:lvl3pPr>
      <a:lvl4pPr marL="6447613" algn="l" defTabSz="4298410" rtl="0" eaLnBrk="1" latinLnBrk="0" hangingPunct="1">
        <a:defRPr sz="8500" kern="1200">
          <a:solidFill>
            <a:schemeClr val="tx1"/>
          </a:solidFill>
          <a:latin typeface="+mn-lt"/>
          <a:ea typeface="+mn-ea"/>
          <a:cs typeface="+mn-cs"/>
        </a:defRPr>
      </a:lvl4pPr>
      <a:lvl5pPr marL="8596817" algn="l" defTabSz="4298410" rtl="0" eaLnBrk="1" latinLnBrk="0" hangingPunct="1">
        <a:defRPr sz="8500" kern="1200">
          <a:solidFill>
            <a:schemeClr val="tx1"/>
          </a:solidFill>
          <a:latin typeface="+mn-lt"/>
          <a:ea typeface="+mn-ea"/>
          <a:cs typeface="+mn-cs"/>
        </a:defRPr>
      </a:lvl5pPr>
      <a:lvl6pPr marL="10746023" algn="l" defTabSz="4298410" rtl="0" eaLnBrk="1" latinLnBrk="0" hangingPunct="1">
        <a:defRPr sz="8500" kern="1200">
          <a:solidFill>
            <a:schemeClr val="tx1"/>
          </a:solidFill>
          <a:latin typeface="+mn-lt"/>
          <a:ea typeface="+mn-ea"/>
          <a:cs typeface="+mn-cs"/>
        </a:defRPr>
      </a:lvl6pPr>
      <a:lvl7pPr marL="12895229" algn="l" defTabSz="4298410" rtl="0" eaLnBrk="1" latinLnBrk="0" hangingPunct="1">
        <a:defRPr sz="8500" kern="1200">
          <a:solidFill>
            <a:schemeClr val="tx1"/>
          </a:solidFill>
          <a:latin typeface="+mn-lt"/>
          <a:ea typeface="+mn-ea"/>
          <a:cs typeface="+mn-cs"/>
        </a:defRPr>
      </a:lvl7pPr>
      <a:lvl8pPr marL="15044432" algn="l" defTabSz="4298410" rtl="0" eaLnBrk="1" latinLnBrk="0" hangingPunct="1">
        <a:defRPr sz="8500" kern="1200">
          <a:solidFill>
            <a:schemeClr val="tx1"/>
          </a:solidFill>
          <a:latin typeface="+mn-lt"/>
          <a:ea typeface="+mn-ea"/>
          <a:cs typeface="+mn-cs"/>
        </a:defRPr>
      </a:lvl8pPr>
      <a:lvl9pPr marL="17193637" algn="l" defTabSz="4298410" rtl="0" eaLnBrk="1" latinLnBrk="0" hangingPunct="1">
        <a:defRPr sz="85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1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0B29C28F-8C13-D5AA-E517-5974867D7CA1}"/>
              </a:ext>
            </a:extLst>
          </p:cNvPr>
          <p:cNvSpPr>
            <a:spLocks noGrp="1"/>
          </p:cNvSpPr>
          <p:nvPr>
            <p:ph type="body" sz="quarter" idx="10"/>
          </p:nvPr>
        </p:nvSpPr>
        <p:spPr>
          <a:xfrm>
            <a:off x="623691" y="7585962"/>
            <a:ext cx="14299153" cy="5622773"/>
          </a:xfrm>
        </p:spPr>
        <p:txBody>
          <a:bodyPr/>
          <a:lstStyle/>
          <a:p>
            <a:pPr algn="just"/>
            <a:r>
              <a:rPr lang="en-US" dirty="0"/>
              <a:t>In astronomy, precise location tracking of celestial objects across various coordinate systems is fundamental, with the galactic and equatorial systems being extensively used for different observational needs. The galactic coordinate system, aligned with the Milky Way, uses galactic longitude (l) and latitude (b) to measure positions relative to the Galactic Center, providing a heliocentric perspective crucial for understanding the galaxy's structure and dynamics. Conversely, the equatorial coordinate system, aligned with Earth's equator, uses right ascension (</a:t>
            </a:r>
            <a:r>
              <a:rPr lang="en-US" dirty="0" err="1"/>
              <a:t>ra</a:t>
            </a:r>
            <a:r>
              <a:rPr lang="en-US" dirty="0"/>
              <a:t>) and declination (dec) to specify celestial locations as seen from Earth, facilitating the observation of stars and other objects. The Cartesian coordinate system further aids in simplifying transformations between these frames by using linear algebra techniques. For this study, we have chosen the galactic system as our reference point due to its heliocentric nature, which allows for a more direct and meaningful analysis of the Milky Way's features and phenomena.</a:t>
            </a:r>
            <a:endParaRPr lang="en-GB" dirty="0"/>
          </a:p>
        </p:txBody>
      </p:sp>
      <p:sp>
        <p:nvSpPr>
          <p:cNvPr id="335" name="Text Placeholder 334"/>
          <p:cNvSpPr>
            <a:spLocks noGrp="1"/>
          </p:cNvSpPr>
          <p:nvPr>
            <p:ph type="body" sz="quarter" idx="11"/>
          </p:nvPr>
        </p:nvSpPr>
        <p:spPr/>
        <p:txBody>
          <a:bodyPr/>
          <a:lstStyle/>
          <a:p>
            <a:r>
              <a:rPr lang="en-US" dirty="0"/>
              <a:t>Introduction</a:t>
            </a:r>
          </a:p>
        </p:txBody>
      </p:sp>
      <p:sp>
        <p:nvSpPr>
          <p:cNvPr id="338" name="Text Placeholder 337"/>
          <p:cNvSpPr>
            <a:spLocks noGrp="1"/>
          </p:cNvSpPr>
          <p:nvPr>
            <p:ph type="body" sz="quarter" idx="20"/>
          </p:nvPr>
        </p:nvSpPr>
        <p:spPr>
          <a:xfrm>
            <a:off x="599909" y="18562249"/>
            <a:ext cx="14291358" cy="800265"/>
          </a:xfrm>
        </p:spPr>
        <p:txBody>
          <a:bodyPr/>
          <a:lstStyle/>
          <a:p>
            <a:r>
              <a:rPr lang="en-US" dirty="0"/>
              <a:t>Objectives, Motivations and Challenges</a:t>
            </a:r>
          </a:p>
        </p:txBody>
      </p:sp>
      <p:sp>
        <p:nvSpPr>
          <p:cNvPr id="339" name="Text Placeholder 338"/>
          <p:cNvSpPr>
            <a:spLocks noGrp="1"/>
          </p:cNvSpPr>
          <p:nvPr>
            <p:ph type="body" sz="quarter" idx="25"/>
          </p:nvPr>
        </p:nvSpPr>
        <p:spPr>
          <a:xfrm>
            <a:off x="15382068" y="6523368"/>
            <a:ext cx="14287682" cy="800265"/>
          </a:xfrm>
        </p:spPr>
        <p:txBody>
          <a:bodyPr/>
          <a:lstStyle/>
          <a:p>
            <a:r>
              <a:rPr lang="en-US" dirty="0"/>
              <a:t>Analysis, Results and Discussion</a:t>
            </a:r>
          </a:p>
        </p:txBody>
      </p:sp>
      <p:sp>
        <p:nvSpPr>
          <p:cNvPr id="12" name="Text Placeholder 11">
            <a:extLst>
              <a:ext uri="{FF2B5EF4-FFF2-40B4-BE49-F238E27FC236}">
                <a16:creationId xmlns:a16="http://schemas.microsoft.com/office/drawing/2014/main" id="{9AA67C37-9B31-6A98-C3C0-FE164E555003}"/>
              </a:ext>
            </a:extLst>
          </p:cNvPr>
          <p:cNvSpPr>
            <a:spLocks noGrp="1"/>
          </p:cNvSpPr>
          <p:nvPr>
            <p:ph type="body" sz="quarter" idx="26"/>
          </p:nvPr>
        </p:nvSpPr>
        <p:spPr>
          <a:xfrm>
            <a:off x="15508241" y="7247168"/>
            <a:ext cx="14287682" cy="33904298"/>
          </a:xfrm>
        </p:spPr>
        <p:txBody>
          <a:bodyPr/>
          <a:lstStyle/>
          <a:p>
            <a:r>
              <a:rPr lang="en-US" sz="2600" dirty="0"/>
              <a:t>4 main technical tasks are completed in this project:</a:t>
            </a:r>
          </a:p>
          <a:p>
            <a:pPr marL="457200" indent="-457200">
              <a:buFont typeface="Arial" panose="020B0604020202020204" pitchFamily="34" charset="0"/>
              <a:buChar char="•"/>
            </a:pPr>
            <a:r>
              <a:rPr lang="en-US" sz="2600" dirty="0"/>
              <a:t>Full Coordinate Conversions using mathematical and </a:t>
            </a:r>
            <a:r>
              <a:rPr lang="en-US" sz="2600" dirty="0" err="1"/>
              <a:t>astropy</a:t>
            </a:r>
            <a:r>
              <a:rPr lang="en-US" sz="2600" dirty="0"/>
              <a:t> approaches</a:t>
            </a:r>
          </a:p>
          <a:p>
            <a:pPr marL="1912391" lvl="1" indent="-457200">
              <a:buFont typeface="Arial" panose="020B0604020202020204" pitchFamily="34" charset="0"/>
              <a:buChar char="•"/>
            </a:pPr>
            <a:r>
              <a:rPr lang="en-US" sz="2300" dirty="0">
                <a:solidFill>
                  <a:schemeClr val="tx2"/>
                </a:solidFill>
              </a:rPr>
              <a:t>Full coordinate conversion cycle and proof of reversibility with </a:t>
            </a:r>
            <a:r>
              <a:rPr lang="en-US" sz="2300" dirty="0" err="1">
                <a:solidFill>
                  <a:schemeClr val="tx2"/>
                </a:solidFill>
              </a:rPr>
              <a:t>Astropy</a:t>
            </a:r>
            <a:r>
              <a:rPr lang="en-US" sz="2300" dirty="0">
                <a:solidFill>
                  <a:schemeClr val="tx2"/>
                </a:solidFill>
              </a:rPr>
              <a:t> implementation:</a:t>
            </a:r>
          </a:p>
          <a:p>
            <a:pPr marL="1912391" lvl="1" indent="-457200">
              <a:buFont typeface="Arial" panose="020B0604020202020204" pitchFamily="34" charset="0"/>
              <a:buChar char="•"/>
            </a:pPr>
            <a:r>
              <a:rPr lang="en-US" sz="2300" dirty="0">
                <a:solidFill>
                  <a:schemeClr val="tx2"/>
                </a:solidFill>
              </a:rPr>
              <a:t>Full Coordinate conversion cycle and proof of reversibility with mathematical approach</a:t>
            </a:r>
          </a:p>
          <a:p>
            <a:pPr algn="just"/>
            <a:r>
              <a:rPr lang="en-US" sz="2600" dirty="0"/>
              <a:t>Key Finding 1: In the galactic coordinate system, the signs of the Cartesian coordinates (x, y, z) depend on the galactic longitude (l), latitude (b), and distance (d). The x value becomes negative when the object is between l = 90° and l = 270°, as cos(l) is negative in this range. The y value becomes negative when l is between 180° and 360°, where sin(l) is negative. The z value is negative when the latitude b is negative, indicating the object is below the galactic plane, as sin(b) is negative for b &lt; 0°. In this context, the observer's perspective significantly influences the orientation of rotations according to the right-hand rule. For instance, at the North Galactic Pole (NGP), the quadrants will be positioned differently compared to the South Galactic Pole (SGP). At the NGP, the quadrants are observed from one side, whereas at the SGP, the same quadrants will appear in reversed positions, essentially on the opposite side. This highlights the importance of the observer's location in determining the orientation of rotational movements and the signs of Cartesian coordinates.</a:t>
            </a:r>
          </a:p>
          <a:p>
            <a:pPr algn="just"/>
            <a:endParaRPr lang="en-US" sz="2600" dirty="0"/>
          </a:p>
          <a:p>
            <a:pPr algn="just"/>
            <a:endParaRPr lang="en-US" sz="2600" dirty="0"/>
          </a:p>
          <a:p>
            <a:pPr algn="just"/>
            <a:endParaRPr lang="en-US" sz="2600" dirty="0"/>
          </a:p>
          <a:p>
            <a:pPr algn="just"/>
            <a:endParaRPr lang="en-US" sz="2600" dirty="0"/>
          </a:p>
          <a:p>
            <a:pPr algn="just"/>
            <a:endParaRPr lang="en-US" sz="2600" dirty="0"/>
          </a:p>
          <a:p>
            <a:pPr algn="just"/>
            <a:endParaRPr lang="en-US" sz="2600" dirty="0"/>
          </a:p>
          <a:p>
            <a:pPr algn="just"/>
            <a:r>
              <a:rPr lang="en-US" sz="2600" dirty="0"/>
              <a:t>Key Finding 2: In astrometry, converting celestial coordinates between the equatorial (RA/Dec) and Galactic (l/b) systems results in discrepancies due to their fundamental differences. The equatorial system is based on Earth's rotational axis, while the Galactic system aligns with the Milky Way's plane. These systems use different reference planes—the celestial equator for RA/Dec and the Galactic plane for l/b—leading to rotational adjustments in their transformations. Consequently, Cartesian coordinates for the same celestial object differ due to distinct origins (Earth-centered for RA/Dec, Galactic-centered for l/b), reference planes inclined at about 62.6 degrees, and different zero points for measuring angles. These differences necessitate careful consideration when selecting a coordinate system for astronomical analyses.</a:t>
            </a:r>
          </a:p>
          <a:p>
            <a:pPr marL="457200" indent="-457200" algn="just">
              <a:buFont typeface="Arial" panose="020B0604020202020204" pitchFamily="34" charset="0"/>
              <a:buChar char="•"/>
            </a:pPr>
            <a:endParaRPr lang="en-US" sz="2600" dirty="0"/>
          </a:p>
          <a:p>
            <a:pPr marL="457200" indent="-457200" algn="just">
              <a:buFont typeface="Arial" panose="020B0604020202020204" pitchFamily="34" charset="0"/>
              <a:buChar char="•"/>
            </a:pPr>
            <a:r>
              <a:rPr lang="en-US" sz="2600" dirty="0"/>
              <a:t>Performance test between mathematical approach and </a:t>
            </a:r>
            <a:r>
              <a:rPr lang="en-US" sz="2600" dirty="0" err="1"/>
              <a:t>Astropy</a:t>
            </a:r>
            <a:r>
              <a:rPr lang="en-US" sz="2600" dirty="0"/>
              <a:t> approach:</a:t>
            </a:r>
          </a:p>
          <a:p>
            <a:pPr algn="just">
              <a:lnSpc>
                <a:spcPct val="107000"/>
              </a:lnSpc>
              <a:spcAft>
                <a:spcPts val="800"/>
              </a:spcAft>
            </a:pPr>
            <a:r>
              <a:rPr lang="en-IE" sz="2600" kern="100" dirty="0">
                <a:effectLst/>
                <a:latin typeface="Times New Roman" panose="02020603050405020304" pitchFamily="18" charset="0"/>
                <a:ea typeface="Calibri" panose="020F0502020204030204" pitchFamily="34" charset="0"/>
                <a:cs typeface="Times New Roman" panose="02020603050405020304" pitchFamily="18" charset="0"/>
              </a:rPr>
              <a:t>Range of Data Sizes: The test iterates over data sizes ranging from 10,000 to 1,000,000 stars, increasing in steps of 100,000 stars. This broad range tests the methods' performance under both light and heavy computational loads. For each iteration, a new set of random galactic coordinates and distances is generated. This ensures that each test is performed on unique data, thus preventing any caching mechanisms or optimization shortcuts from influencing the results. This randomness is crucial for a fair evaluation of the performance characteristics.</a:t>
            </a:r>
          </a:p>
          <a:p>
            <a:pPr>
              <a:lnSpc>
                <a:spcPct val="107000"/>
              </a:lnSpc>
              <a:spcAft>
                <a:spcPts val="800"/>
              </a:spcAft>
            </a:pPr>
            <a:endParaRPr lang="en-IE" sz="2600" kern="100" dirty="0">
              <a:ea typeface="Calibri" panose="020F0502020204030204" pitchFamily="34" charset="0"/>
            </a:endParaRPr>
          </a:p>
          <a:p>
            <a:pPr>
              <a:lnSpc>
                <a:spcPct val="107000"/>
              </a:lnSpc>
              <a:spcAft>
                <a:spcPts val="800"/>
              </a:spcAft>
            </a:pPr>
            <a:endParaRPr lang="en-IE" sz="2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en-IE" sz="2600" kern="100" dirty="0">
              <a:latin typeface="Calibri" panose="020F0502020204030204" pitchFamily="34" charset="0"/>
              <a:ea typeface="Calibri" panose="020F0502020204030204" pitchFamily="34" charset="0"/>
            </a:endParaRPr>
          </a:p>
          <a:p>
            <a:pPr>
              <a:lnSpc>
                <a:spcPct val="107000"/>
              </a:lnSpc>
              <a:spcAft>
                <a:spcPts val="800"/>
              </a:spcAft>
            </a:pPr>
            <a:endParaRPr lang="en-IE" sz="2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en-IE" sz="2600" kern="100" dirty="0">
              <a:latin typeface="Calibri" panose="020F0502020204030204" pitchFamily="34" charset="0"/>
              <a:ea typeface="Calibri" panose="020F0502020204030204" pitchFamily="34" charset="0"/>
            </a:endParaRPr>
          </a:p>
          <a:p>
            <a:pPr>
              <a:lnSpc>
                <a:spcPct val="107000"/>
              </a:lnSpc>
              <a:spcAft>
                <a:spcPts val="800"/>
              </a:spcAft>
            </a:pPr>
            <a:endParaRPr lang="en-IE" sz="2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en-IE" sz="2600" kern="100" dirty="0">
              <a:latin typeface="Calibri" panose="020F0502020204030204" pitchFamily="34" charset="0"/>
              <a:ea typeface="Calibri" panose="020F0502020204030204" pitchFamily="34" charset="0"/>
            </a:endParaRPr>
          </a:p>
          <a:p>
            <a:pPr marL="457200" indent="-457200">
              <a:lnSpc>
                <a:spcPct val="107000"/>
              </a:lnSpc>
              <a:spcAft>
                <a:spcPts val="800"/>
              </a:spcAft>
              <a:buFont typeface="Arial" panose="020B0604020202020204" pitchFamily="34" charset="0"/>
              <a:buChar char="•"/>
            </a:pPr>
            <a:r>
              <a:rPr lang="en-IE" sz="2600" kern="100" dirty="0">
                <a:latin typeface="Calibri" panose="020F0502020204030204" pitchFamily="34" charset="0"/>
                <a:ea typeface="Calibri" panose="020F0502020204030204" pitchFamily="34" charset="0"/>
              </a:rPr>
              <a:t>Stereographic Projection of the Bright Star </a:t>
            </a:r>
            <a:r>
              <a:rPr lang="en-IE" sz="2600" kern="100" dirty="0" err="1">
                <a:latin typeface="Calibri" panose="020F0502020204030204" pitchFamily="34" charset="0"/>
                <a:ea typeface="Calibri" panose="020F0502020204030204" pitchFamily="34" charset="0"/>
              </a:rPr>
              <a:t>Catalog</a:t>
            </a:r>
            <a:r>
              <a:rPr lang="en-IE" sz="2600" kern="100" dirty="0">
                <a:latin typeface="Calibri" panose="020F0502020204030204" pitchFamily="34" charset="0"/>
                <a:ea typeface="Calibri" panose="020F0502020204030204" pitchFamily="34" charset="0"/>
              </a:rPr>
              <a:t> as of Epoch 2000 time (01/01/2020 00:00)</a:t>
            </a:r>
          </a:p>
          <a:p>
            <a:pPr>
              <a:lnSpc>
                <a:spcPct val="107000"/>
              </a:lnSpc>
              <a:spcAft>
                <a:spcPts val="800"/>
              </a:spcAft>
            </a:pPr>
            <a:r>
              <a:rPr lang="en-US" sz="2600" kern="100" dirty="0">
                <a:latin typeface="Calibri" panose="020F0502020204030204" pitchFamily="34" charset="0"/>
                <a:ea typeface="Calibri" panose="020F0502020204030204" pitchFamily="34" charset="0"/>
              </a:rPr>
              <a:t>A stereographic projection is a method of projecting a sphere onto a plane, often used in cartography and astronomy. In this context, it refers to a projection of the 3D points in space constructed using gathered star data to match the observation from a given location at a given time.</a:t>
            </a:r>
            <a:endParaRPr lang="en-IE" sz="2600" kern="100" dirty="0">
              <a:latin typeface="Calibri" panose="020F0502020204030204" pitchFamily="34" charset="0"/>
              <a:ea typeface="Calibri" panose="020F0502020204030204" pitchFamily="34" charset="0"/>
            </a:endParaRPr>
          </a:p>
          <a:p>
            <a:pPr marL="457200" indent="-457200">
              <a:lnSpc>
                <a:spcPct val="107000"/>
              </a:lnSpc>
              <a:spcAft>
                <a:spcPts val="800"/>
              </a:spcAft>
              <a:buFont typeface="Arial" panose="020B0604020202020204" pitchFamily="34" charset="0"/>
              <a:buChar char="•"/>
            </a:pPr>
            <a:endParaRPr lang="en-IE" sz="2600" kern="100" dirty="0">
              <a:latin typeface="Calibri" panose="020F0502020204030204" pitchFamily="34" charset="0"/>
              <a:ea typeface="Calibri" panose="020F0502020204030204" pitchFamily="34" charset="0"/>
            </a:endParaRPr>
          </a:p>
          <a:p>
            <a:pPr marL="457200" indent="-457200">
              <a:lnSpc>
                <a:spcPct val="107000"/>
              </a:lnSpc>
              <a:spcAft>
                <a:spcPts val="800"/>
              </a:spcAft>
              <a:buFont typeface="Arial" panose="020B0604020202020204" pitchFamily="34" charset="0"/>
              <a:buChar char="•"/>
            </a:pPr>
            <a:endParaRPr lang="en-IE" sz="2600" kern="100" dirty="0">
              <a:latin typeface="Calibri" panose="020F0502020204030204" pitchFamily="34" charset="0"/>
              <a:ea typeface="Calibri" panose="020F0502020204030204" pitchFamily="34" charset="0"/>
            </a:endParaRPr>
          </a:p>
          <a:p>
            <a:pPr marL="457200" indent="-457200">
              <a:lnSpc>
                <a:spcPct val="107000"/>
              </a:lnSpc>
              <a:spcAft>
                <a:spcPts val="800"/>
              </a:spcAft>
              <a:buFont typeface="Arial" panose="020B0604020202020204" pitchFamily="34" charset="0"/>
              <a:buChar char="•"/>
            </a:pPr>
            <a:endParaRPr lang="en-IE" sz="2600" kern="100" dirty="0">
              <a:latin typeface="Calibri" panose="020F0502020204030204" pitchFamily="34" charset="0"/>
              <a:ea typeface="Calibri" panose="020F0502020204030204" pitchFamily="34" charset="0"/>
            </a:endParaRPr>
          </a:p>
          <a:p>
            <a:pPr>
              <a:lnSpc>
                <a:spcPct val="107000"/>
              </a:lnSpc>
              <a:spcAft>
                <a:spcPts val="800"/>
              </a:spcAft>
            </a:pPr>
            <a:endParaRPr lang="en-IE" sz="2600" kern="100" dirty="0">
              <a:latin typeface="Calibri" panose="020F0502020204030204" pitchFamily="34" charset="0"/>
              <a:ea typeface="Calibri" panose="020F0502020204030204" pitchFamily="34" charset="0"/>
            </a:endParaRPr>
          </a:p>
          <a:p>
            <a:pPr marL="457200" indent="-457200">
              <a:lnSpc>
                <a:spcPct val="107000"/>
              </a:lnSpc>
              <a:spcAft>
                <a:spcPts val="800"/>
              </a:spcAft>
              <a:buFont typeface="Arial" panose="020B0604020202020204" pitchFamily="34" charset="0"/>
              <a:buChar char="•"/>
            </a:pPr>
            <a:endParaRPr lang="en-IE" sz="2600" kern="100" dirty="0">
              <a:latin typeface="Calibri" panose="020F0502020204030204" pitchFamily="34" charset="0"/>
              <a:ea typeface="Calibri" panose="020F0502020204030204" pitchFamily="34" charset="0"/>
            </a:endParaRPr>
          </a:p>
          <a:p>
            <a:pPr>
              <a:lnSpc>
                <a:spcPct val="107000"/>
              </a:lnSpc>
              <a:spcAft>
                <a:spcPts val="800"/>
              </a:spcAft>
            </a:pPr>
            <a:endParaRPr lang="en-IE" sz="2600" kern="100" dirty="0">
              <a:latin typeface="Calibri" panose="020F0502020204030204" pitchFamily="34" charset="0"/>
              <a:ea typeface="Calibri" panose="020F0502020204030204" pitchFamily="34" charset="0"/>
            </a:endParaRPr>
          </a:p>
          <a:p>
            <a:pPr marL="457200" indent="-457200">
              <a:lnSpc>
                <a:spcPct val="107000"/>
              </a:lnSpc>
              <a:spcAft>
                <a:spcPts val="800"/>
              </a:spcAft>
              <a:buFont typeface="Arial" panose="020B0604020202020204" pitchFamily="34" charset="0"/>
              <a:buChar char="•"/>
            </a:pPr>
            <a:endParaRPr lang="en-IE" sz="2600" kern="100" dirty="0">
              <a:latin typeface="Calibri" panose="020F0502020204030204" pitchFamily="34" charset="0"/>
              <a:ea typeface="Calibri" panose="020F0502020204030204" pitchFamily="34" charset="0"/>
            </a:endParaRPr>
          </a:p>
          <a:p>
            <a:pPr marL="457200" indent="-457200">
              <a:lnSpc>
                <a:spcPct val="107000"/>
              </a:lnSpc>
              <a:spcAft>
                <a:spcPts val="800"/>
              </a:spcAft>
              <a:buFont typeface="Arial" panose="020B0604020202020204" pitchFamily="34" charset="0"/>
              <a:buChar char="•"/>
            </a:pPr>
            <a:endParaRPr lang="en-IE" sz="2600" kern="100" dirty="0">
              <a:latin typeface="Calibri" panose="020F0502020204030204" pitchFamily="34" charset="0"/>
              <a:ea typeface="Calibri" panose="020F0502020204030204" pitchFamily="34" charset="0"/>
            </a:endParaRPr>
          </a:p>
          <a:p>
            <a:pPr marL="457200" indent="-457200">
              <a:lnSpc>
                <a:spcPct val="107000"/>
              </a:lnSpc>
              <a:spcAft>
                <a:spcPts val="800"/>
              </a:spcAft>
              <a:buFont typeface="Arial" panose="020B0604020202020204" pitchFamily="34" charset="0"/>
              <a:buChar char="•"/>
            </a:pPr>
            <a:endParaRPr lang="en-IE" sz="2600" kern="100" dirty="0">
              <a:latin typeface="Calibri" panose="020F0502020204030204" pitchFamily="34" charset="0"/>
              <a:ea typeface="Calibri" panose="020F0502020204030204" pitchFamily="34" charset="0"/>
            </a:endParaRPr>
          </a:p>
          <a:p>
            <a:pPr marL="457200" indent="-457200">
              <a:lnSpc>
                <a:spcPct val="107000"/>
              </a:lnSpc>
              <a:spcAft>
                <a:spcPts val="800"/>
              </a:spcAft>
              <a:buFont typeface="Arial" panose="020B0604020202020204" pitchFamily="34" charset="0"/>
              <a:buChar char="•"/>
            </a:pPr>
            <a:endParaRPr lang="en-IE" sz="2600" kern="100" dirty="0">
              <a:latin typeface="Calibri" panose="020F0502020204030204" pitchFamily="34" charset="0"/>
              <a:ea typeface="Calibri" panose="020F0502020204030204" pitchFamily="34" charset="0"/>
            </a:endParaRPr>
          </a:p>
          <a:p>
            <a:pPr marL="457200" indent="-457200">
              <a:lnSpc>
                <a:spcPct val="107000"/>
              </a:lnSpc>
              <a:spcAft>
                <a:spcPts val="800"/>
              </a:spcAft>
              <a:buFont typeface="Arial" panose="020B0604020202020204" pitchFamily="34" charset="0"/>
              <a:buChar char="•"/>
            </a:pPr>
            <a:r>
              <a:rPr lang="en-IE" sz="2600" kern="100" dirty="0">
                <a:latin typeface="Calibri" panose="020F0502020204030204" pitchFamily="34" charset="0"/>
                <a:ea typeface="Calibri" panose="020F0502020204030204" pitchFamily="34" charset="0"/>
              </a:rPr>
              <a:t>3D Rotation Proof of Concept (Live Demo Available)</a:t>
            </a:r>
          </a:p>
          <a:p>
            <a:pPr marL="1912391" lvl="1" indent="-457200">
              <a:lnSpc>
                <a:spcPct val="107000"/>
              </a:lnSpc>
              <a:spcAft>
                <a:spcPts val="800"/>
              </a:spcAft>
              <a:buFont typeface="Arial" panose="020B0604020202020204" pitchFamily="34" charset="0"/>
              <a:buChar char="•"/>
            </a:pPr>
            <a:r>
              <a:rPr lang="en-IE" sz="2300" kern="100" dirty="0">
                <a:solidFill>
                  <a:schemeClr val="tx2"/>
                </a:solidFill>
                <a:latin typeface="Calibri" panose="020F0502020204030204" pitchFamily="34" charset="0"/>
                <a:ea typeface="Calibri" panose="020F0502020204030204" pitchFamily="34" charset="0"/>
              </a:rPr>
              <a:t>Demo of Right-Hand Rule as well as independent 3D Axis rotations</a:t>
            </a:r>
          </a:p>
          <a:p>
            <a:pPr marL="1912391" lvl="1" indent="-457200">
              <a:lnSpc>
                <a:spcPct val="107000"/>
              </a:lnSpc>
              <a:spcAft>
                <a:spcPts val="800"/>
              </a:spcAft>
              <a:buFont typeface="Arial" panose="020B0604020202020204" pitchFamily="34" charset="0"/>
              <a:buChar char="•"/>
            </a:pPr>
            <a:r>
              <a:rPr lang="en-IE" sz="2300" kern="100" dirty="0">
                <a:solidFill>
                  <a:schemeClr val="tx2"/>
                </a:solidFill>
                <a:latin typeface="Calibri" panose="020F0502020204030204" pitchFamily="34" charset="0"/>
                <a:ea typeface="Calibri" panose="020F0502020204030204" pitchFamily="34" charset="0"/>
              </a:rPr>
              <a:t>Sanity checking star positions as a test mechanism using test waypoints and real stars</a:t>
            </a:r>
          </a:p>
          <a:p>
            <a:pPr>
              <a:lnSpc>
                <a:spcPct val="107000"/>
              </a:lnSpc>
              <a:spcAft>
                <a:spcPts val="800"/>
              </a:spcAft>
            </a:pPr>
            <a:endParaRPr lang="en-IE" sz="2600" kern="100" dirty="0">
              <a:latin typeface="Calibri" panose="020F0502020204030204" pitchFamily="34" charset="0"/>
              <a:ea typeface="Calibri" panose="020F0502020204030204" pitchFamily="34" charset="0"/>
            </a:endParaRPr>
          </a:p>
          <a:p>
            <a:pPr>
              <a:lnSpc>
                <a:spcPct val="107000"/>
              </a:lnSpc>
              <a:spcAft>
                <a:spcPts val="800"/>
              </a:spcAft>
            </a:pPr>
            <a:endParaRPr lang="en-GB" sz="26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2600" dirty="0"/>
          </a:p>
          <a:p>
            <a:endParaRPr lang="en-US" sz="2600" dirty="0"/>
          </a:p>
        </p:txBody>
      </p:sp>
      <p:sp>
        <p:nvSpPr>
          <p:cNvPr id="343" name="Text Placeholder 342"/>
          <p:cNvSpPr>
            <a:spLocks noGrp="1"/>
          </p:cNvSpPr>
          <p:nvPr>
            <p:ph type="body" sz="quarter" idx="29"/>
          </p:nvPr>
        </p:nvSpPr>
        <p:spPr>
          <a:xfrm>
            <a:off x="15281449" y="37959248"/>
            <a:ext cx="14276605" cy="800265"/>
          </a:xfrm>
        </p:spPr>
        <p:txBody>
          <a:bodyPr/>
          <a:lstStyle/>
          <a:p>
            <a:r>
              <a:rPr lang="en-US" dirty="0"/>
              <a:t>Conclusion and Future Works</a:t>
            </a:r>
          </a:p>
        </p:txBody>
      </p:sp>
      <p:sp>
        <p:nvSpPr>
          <p:cNvPr id="14" name="Text Placeholder 13">
            <a:extLst>
              <a:ext uri="{FF2B5EF4-FFF2-40B4-BE49-F238E27FC236}">
                <a16:creationId xmlns:a16="http://schemas.microsoft.com/office/drawing/2014/main" id="{4732CA5C-459D-4EEB-98F4-0D9D9D68D4C1}"/>
              </a:ext>
            </a:extLst>
          </p:cNvPr>
          <p:cNvSpPr>
            <a:spLocks noGrp="1"/>
          </p:cNvSpPr>
          <p:nvPr>
            <p:ph type="body" sz="quarter" idx="30"/>
          </p:nvPr>
        </p:nvSpPr>
        <p:spPr>
          <a:xfrm>
            <a:off x="15311719" y="38403133"/>
            <a:ext cx="14283756" cy="3468337"/>
          </a:xfrm>
        </p:spPr>
        <p:txBody>
          <a:bodyPr/>
          <a:lstStyle/>
          <a:p>
            <a:pPr algn="just"/>
            <a:r>
              <a:rPr lang="en-US" dirty="0"/>
              <a:t>Future work on this project includes the integration of AR/VR technologies to enhance the immersive experience of exploring the universe. We plan to incorporate AI interactivity, allowing an AI system trained in astronomy, such as ChatGPT, to query information about objects not currently on the screen and answer astronomical questions. Enhancing data filtering capabilities will be crucial, enabling users to filter </a:t>
            </a:r>
            <a:r>
              <a:rPr lang="en-US" dirty="0" err="1"/>
              <a:t>starmaps</a:t>
            </a:r>
            <a:r>
              <a:rPr lang="en-US" dirty="0"/>
              <a:t> and access larger astronomical datasets, such as Gaia, for more comprehensive exploration. Additionally, we aim to extend the concept from stars to galaxies by utilizing galaxy datasets, broadening the scope and impact of the project.</a:t>
            </a:r>
            <a:endParaRPr lang="en-GB" dirty="0"/>
          </a:p>
        </p:txBody>
      </p:sp>
      <p:sp>
        <p:nvSpPr>
          <p:cNvPr id="15" name="Text Placeholder 14">
            <a:extLst>
              <a:ext uri="{FF2B5EF4-FFF2-40B4-BE49-F238E27FC236}">
                <a16:creationId xmlns:a16="http://schemas.microsoft.com/office/drawing/2014/main" id="{4DEC6560-428E-3022-10DA-412CB3A5D394}"/>
              </a:ext>
            </a:extLst>
          </p:cNvPr>
          <p:cNvSpPr>
            <a:spLocks noGrp="1"/>
          </p:cNvSpPr>
          <p:nvPr>
            <p:ph type="body" sz="quarter" idx="96"/>
          </p:nvPr>
        </p:nvSpPr>
        <p:spPr>
          <a:xfrm>
            <a:off x="590880" y="18962381"/>
            <a:ext cx="14300387" cy="12455413"/>
          </a:xfrm>
        </p:spPr>
        <p:txBody>
          <a:bodyPr/>
          <a:lstStyle/>
          <a:p>
            <a:pPr algn="just"/>
            <a:r>
              <a:rPr lang="en-US" sz="2600" dirty="0"/>
              <a:t>Objectives and Motivations:</a:t>
            </a:r>
          </a:p>
          <a:p>
            <a:pPr marL="457200" indent="-457200" algn="just">
              <a:buFont typeface="Arial" panose="020B0604020202020204" pitchFamily="34" charset="0"/>
              <a:buChar char="•"/>
            </a:pPr>
            <a:r>
              <a:rPr lang="en-US" sz="2600" dirty="0"/>
              <a:t>Develop interactive 3D maps of the universe using stereographic projection, extending platforms like </a:t>
            </a:r>
            <a:r>
              <a:rPr lang="en-US" sz="2600" dirty="0" err="1"/>
              <a:t>Stellarium</a:t>
            </a:r>
            <a:r>
              <a:rPr lang="en-US" sz="2600" dirty="0"/>
              <a:t>.</a:t>
            </a:r>
          </a:p>
          <a:p>
            <a:pPr marL="457200" indent="-457200" algn="just">
              <a:buFont typeface="Arial" panose="020B0604020202020204" pitchFamily="34" charset="0"/>
              <a:buChar char="•"/>
            </a:pPr>
            <a:r>
              <a:rPr lang="en-US" sz="2600" dirty="0"/>
              <a:t>Enable users to explore space in three dimensions with accurate data on distances, types, and positions.</a:t>
            </a:r>
          </a:p>
          <a:p>
            <a:pPr marL="457200" indent="-457200" algn="just">
              <a:buFont typeface="Arial" panose="020B0604020202020204" pitchFamily="34" charset="0"/>
              <a:buChar char="•"/>
            </a:pPr>
            <a:r>
              <a:rPr lang="en-US" sz="2600" dirty="0"/>
              <a:t>Enhance public engagement through use in observatories such as Blackrock Castle Observatory.</a:t>
            </a:r>
          </a:p>
          <a:p>
            <a:pPr marL="457200" indent="-457200" algn="just">
              <a:buFont typeface="Arial" panose="020B0604020202020204" pitchFamily="34" charset="0"/>
              <a:buChar char="•"/>
            </a:pPr>
            <a:r>
              <a:rPr lang="en-US" sz="2600" dirty="0"/>
              <a:t>Develop an interactive interface for users to query detailed star information with a backend AI Tool.</a:t>
            </a:r>
          </a:p>
          <a:p>
            <a:pPr marL="457200" indent="-457200" algn="just">
              <a:buFont typeface="Arial" panose="020B0604020202020204" pitchFamily="34" charset="0"/>
              <a:buChar char="•"/>
            </a:pPr>
            <a:r>
              <a:rPr lang="en-US" sz="2600" dirty="0"/>
              <a:t>Ensure high accuracy in celestial position representation through tested coordinate conversion methods.</a:t>
            </a:r>
          </a:p>
          <a:p>
            <a:pPr marL="457200" indent="-457200" algn="just">
              <a:buFont typeface="Arial" panose="020B0604020202020204" pitchFamily="34" charset="0"/>
              <a:buChar char="•"/>
            </a:pPr>
            <a:r>
              <a:rPr lang="en-US" sz="2600" dirty="0"/>
              <a:t>Foster a sense of location within the stellar framework, making the universe's vast scale tangible and accessible and explore the night sky from different stellar positions.</a:t>
            </a:r>
          </a:p>
          <a:p>
            <a:pPr marL="457200" indent="-457200" algn="just">
              <a:buFont typeface="Arial" panose="020B0604020202020204" pitchFamily="34" charset="0"/>
              <a:buChar char="•"/>
            </a:pPr>
            <a:r>
              <a:rPr lang="en-US" sz="2600" dirty="0"/>
              <a:t>Inspire curiosity and a deeper connection to astronomy in learners of all ages, igniting a passion for exploration and discovery.</a:t>
            </a:r>
          </a:p>
          <a:p>
            <a:pPr algn="just"/>
            <a:r>
              <a:rPr lang="en-US" sz="2600" dirty="0"/>
              <a:t>Challenges:</a:t>
            </a:r>
          </a:p>
          <a:p>
            <a:pPr marL="342900" indent="-342900" algn="just">
              <a:buFont typeface="Arial" panose="020B0604020202020204" pitchFamily="34" charset="0"/>
              <a:buChar char="•"/>
            </a:pPr>
            <a:r>
              <a:rPr lang="en-US" sz="2600" dirty="0"/>
              <a:t>Performance comparison between Python calculations and the </a:t>
            </a:r>
            <a:r>
              <a:rPr lang="en-US" sz="2600" dirty="0" err="1"/>
              <a:t>Astropy</a:t>
            </a:r>
            <a:r>
              <a:rPr lang="en-US" sz="2600" dirty="0"/>
              <a:t> package for coordinate conversions to ensure efficiency and accuracy.</a:t>
            </a:r>
          </a:p>
          <a:p>
            <a:pPr marL="342900" indent="-342900" algn="just">
              <a:buFont typeface="Arial" panose="020B0604020202020204" pitchFamily="34" charset="0"/>
              <a:buChar char="•"/>
            </a:pPr>
            <a:r>
              <a:rPr lang="en-US" sz="2600" dirty="0"/>
              <a:t>Transitioning from Python to more efficient graphic systems for improved performance.</a:t>
            </a:r>
          </a:p>
          <a:p>
            <a:pPr marL="342900" indent="-342900" algn="just">
              <a:buFont typeface="Arial" panose="020B0604020202020204" pitchFamily="34" charset="0"/>
              <a:buChar char="•"/>
            </a:pPr>
            <a:r>
              <a:rPr lang="en-US" sz="2600" dirty="0"/>
              <a:t>Realistically representing size differences of celestial objects on a 2D screen without stars of vastly different magnitudes disappearing and based on apparent distances.</a:t>
            </a:r>
          </a:p>
          <a:p>
            <a:pPr marL="342900" indent="-342900" algn="just">
              <a:buFont typeface="Arial" panose="020B0604020202020204" pitchFamily="34" charset="0"/>
              <a:buChar char="•"/>
            </a:pPr>
            <a:r>
              <a:rPr lang="en-US" sz="2600" dirty="0"/>
              <a:t>Maintaining up-to-date and relevant data by combining multiple data sources such as BSC, GAIA, and HYG, and expanding the datasets to include stars visible from other parts of the night sky.</a:t>
            </a:r>
          </a:p>
          <a:p>
            <a:pPr marL="342900" indent="-342900" algn="just">
              <a:buFont typeface="Arial" panose="020B0604020202020204" pitchFamily="34" charset="0"/>
              <a:buChar char="•"/>
            </a:pPr>
            <a:r>
              <a:rPr lang="en-US" sz="2600" dirty="0"/>
              <a:t>Accurately projecting star motion over time despite the lack of true motion information  for many stars.</a:t>
            </a:r>
          </a:p>
          <a:p>
            <a:pPr marL="342900" indent="-342900" algn="just">
              <a:buFont typeface="Arial" panose="020B0604020202020204" pitchFamily="34" charset="0"/>
              <a:buChar char="•"/>
            </a:pPr>
            <a:r>
              <a:rPr lang="en-US" sz="2600" dirty="0"/>
              <a:t>Creating a complete view of the galaxy is hindered by unobservable regions due to our location and intervening dust and objects, resulting in only a partial view.</a:t>
            </a:r>
          </a:p>
          <a:p>
            <a:pPr marL="342900" indent="-342900" algn="just">
              <a:buFont typeface="Arial" panose="020B0604020202020204" pitchFamily="34" charset="0"/>
              <a:buChar char="•"/>
            </a:pPr>
            <a:r>
              <a:rPr lang="en-US" sz="2600" dirty="0"/>
              <a:t>Reprojecting the night sky from an arbitrary position in space instead of simulating moving through the galaxy. This will potentially reduce overall computational overhead.</a:t>
            </a:r>
            <a:endParaRPr lang="en-GB" sz="2600" dirty="0"/>
          </a:p>
        </p:txBody>
      </p:sp>
      <p:sp>
        <p:nvSpPr>
          <p:cNvPr id="383" name="Text Placeholder 382"/>
          <p:cNvSpPr>
            <a:spLocks noGrp="1"/>
          </p:cNvSpPr>
          <p:nvPr>
            <p:ph type="body" sz="quarter" idx="150"/>
          </p:nvPr>
        </p:nvSpPr>
        <p:spPr/>
        <p:txBody>
          <a:bodyPr>
            <a:normAutofit fontScale="92500"/>
          </a:bodyPr>
          <a:lstStyle/>
          <a:p>
            <a:r>
              <a:rPr lang="en-US" dirty="0"/>
              <a:t>School of Computer Science, </a:t>
            </a:r>
            <a:r>
              <a:rPr lang="en-US" dirty="0" err="1"/>
              <a:t>Grangegorman</a:t>
            </a:r>
            <a:r>
              <a:rPr lang="en-US" dirty="0"/>
              <a:t> Campus, Technological University Dublin</a:t>
            </a:r>
            <a:endParaRPr lang="en-US" dirty="0">
              <a:solidFill>
                <a:schemeClr val="accent5">
                  <a:lumMod val="50000"/>
                </a:schemeClr>
              </a:solidFill>
            </a:endParaRPr>
          </a:p>
        </p:txBody>
      </p:sp>
      <p:sp>
        <p:nvSpPr>
          <p:cNvPr id="384" name="Text Placeholder 383"/>
          <p:cNvSpPr>
            <a:spLocks noGrp="1"/>
          </p:cNvSpPr>
          <p:nvPr>
            <p:ph type="body" sz="quarter" idx="151"/>
          </p:nvPr>
        </p:nvSpPr>
        <p:spPr/>
        <p:txBody>
          <a:bodyPr>
            <a:normAutofit/>
          </a:bodyPr>
          <a:lstStyle/>
          <a:p>
            <a:r>
              <a:rPr lang="en-US" dirty="0">
                <a:solidFill>
                  <a:schemeClr val="accent5">
                    <a:lumMod val="50000"/>
                  </a:schemeClr>
                </a:solidFill>
              </a:rPr>
              <a:t>Paul Doyle and Rahul Krishna Gajula</a:t>
            </a:r>
          </a:p>
        </p:txBody>
      </p:sp>
      <p:sp>
        <p:nvSpPr>
          <p:cNvPr id="385" name="Text Placeholder 384"/>
          <p:cNvSpPr>
            <a:spLocks noGrp="1"/>
          </p:cNvSpPr>
          <p:nvPr>
            <p:ph type="body" sz="quarter" idx="153"/>
          </p:nvPr>
        </p:nvSpPr>
        <p:spPr/>
        <p:txBody>
          <a:bodyPr/>
          <a:lstStyle/>
          <a:p>
            <a:r>
              <a:rPr lang="en-US" dirty="0"/>
              <a:t>3D Stellar Cartography</a:t>
            </a:r>
            <a:endParaRPr lang="en-US" b="1" dirty="0">
              <a:solidFill>
                <a:schemeClr val="accent5">
                  <a:lumMod val="50000"/>
                </a:schemeClr>
              </a:solidFill>
            </a:endParaRPr>
          </a:p>
        </p:txBody>
      </p:sp>
      <p:sp>
        <p:nvSpPr>
          <p:cNvPr id="20" name="Text Placeholder 338">
            <a:extLst>
              <a:ext uri="{FF2B5EF4-FFF2-40B4-BE49-F238E27FC236}">
                <a16:creationId xmlns:a16="http://schemas.microsoft.com/office/drawing/2014/main" id="{31C1668E-E4AF-E8FA-9498-15AD075A36E8}"/>
              </a:ext>
            </a:extLst>
          </p:cNvPr>
          <p:cNvSpPr txBox="1">
            <a:spLocks/>
          </p:cNvSpPr>
          <p:nvPr/>
        </p:nvSpPr>
        <p:spPr>
          <a:xfrm>
            <a:off x="623691" y="32184603"/>
            <a:ext cx="14287682" cy="800265"/>
          </a:xfrm>
          <a:prstGeom prst="rect">
            <a:avLst/>
          </a:prstGeom>
          <a:noFill/>
        </p:spPr>
        <p:txBody>
          <a:bodyPr wrap="square" lIns="89551" tIns="89551" rIns="89551" bIns="89551" anchor="ctr" anchorCtr="0">
            <a:spAutoFit/>
          </a:bodyPr>
          <a:lstStyle>
            <a:lvl1pPr marL="0" indent="0" algn="ctr" defTabSz="4298410" rtl="0" eaLnBrk="1" latinLnBrk="0" hangingPunct="1">
              <a:spcBef>
                <a:spcPct val="20000"/>
              </a:spcBef>
              <a:buFont typeface="Arial" pitchFamily="34" charset="0"/>
              <a:buNone/>
              <a:defRPr sz="3900" b="1" u="sng" kern="1200" baseline="0">
                <a:solidFill>
                  <a:schemeClr val="accent5">
                    <a:lumMod val="50000"/>
                  </a:schemeClr>
                </a:solidFill>
                <a:latin typeface="+mn-lt"/>
                <a:ea typeface="+mn-ea"/>
                <a:cs typeface="+mn-cs"/>
              </a:defRPr>
            </a:lvl1pPr>
            <a:lvl2pPr marL="3492457" indent="-1343252" algn="l" defTabSz="4298410" rtl="0" eaLnBrk="1" latinLnBrk="0" hangingPunct="1">
              <a:spcBef>
                <a:spcPct val="20000"/>
              </a:spcBef>
              <a:buFont typeface="Arial" pitchFamily="34" charset="0"/>
              <a:buChar char="–"/>
              <a:defRPr sz="13300" kern="1200">
                <a:solidFill>
                  <a:schemeClr val="tx1"/>
                </a:solidFill>
                <a:latin typeface="+mn-lt"/>
                <a:ea typeface="+mn-ea"/>
                <a:cs typeface="+mn-cs"/>
              </a:defRPr>
            </a:lvl2pPr>
            <a:lvl3pPr marL="5373012" indent="-1074603" algn="l" defTabSz="4298410" rtl="0" eaLnBrk="1" latinLnBrk="0" hangingPunct="1">
              <a:spcBef>
                <a:spcPct val="20000"/>
              </a:spcBef>
              <a:buFont typeface="Arial" pitchFamily="34" charset="0"/>
              <a:buChar char="•"/>
              <a:defRPr sz="11300" kern="1200">
                <a:solidFill>
                  <a:schemeClr val="tx1"/>
                </a:solidFill>
                <a:latin typeface="+mn-lt"/>
                <a:ea typeface="+mn-ea"/>
                <a:cs typeface="+mn-cs"/>
              </a:defRPr>
            </a:lvl3pPr>
            <a:lvl4pPr marL="7522217" indent="-1074603" algn="l" defTabSz="4298410" rtl="0" eaLnBrk="1" latinLnBrk="0" hangingPunct="1">
              <a:spcBef>
                <a:spcPct val="20000"/>
              </a:spcBef>
              <a:buFont typeface="Arial" pitchFamily="34" charset="0"/>
              <a:buChar char="–"/>
              <a:defRPr sz="9500" kern="1200">
                <a:solidFill>
                  <a:schemeClr val="tx1"/>
                </a:solidFill>
                <a:latin typeface="+mn-lt"/>
                <a:ea typeface="+mn-ea"/>
                <a:cs typeface="+mn-cs"/>
              </a:defRPr>
            </a:lvl4pPr>
            <a:lvl5pPr marL="9671420" indent="-1074603" algn="l" defTabSz="4298410" rtl="0" eaLnBrk="1" latinLnBrk="0" hangingPunct="1">
              <a:spcBef>
                <a:spcPct val="20000"/>
              </a:spcBef>
              <a:buFont typeface="Arial" pitchFamily="34" charset="0"/>
              <a:buChar char="»"/>
              <a:defRPr sz="9500" kern="1200">
                <a:solidFill>
                  <a:schemeClr val="tx1"/>
                </a:solidFill>
                <a:latin typeface="+mn-lt"/>
                <a:ea typeface="+mn-ea"/>
                <a:cs typeface="+mn-cs"/>
              </a:defRPr>
            </a:lvl5pPr>
            <a:lvl6pPr marL="11820625" indent="-1074603" algn="l" defTabSz="4298410" rtl="0" eaLnBrk="1" latinLnBrk="0" hangingPunct="1">
              <a:spcBef>
                <a:spcPct val="20000"/>
              </a:spcBef>
              <a:buFont typeface="Arial" pitchFamily="34" charset="0"/>
              <a:buChar char="•"/>
              <a:defRPr sz="9500" kern="1200">
                <a:solidFill>
                  <a:schemeClr val="tx1"/>
                </a:solidFill>
                <a:latin typeface="+mn-lt"/>
                <a:ea typeface="+mn-ea"/>
                <a:cs typeface="+mn-cs"/>
              </a:defRPr>
            </a:lvl6pPr>
            <a:lvl7pPr marL="13969828" indent="-1074603" algn="l" defTabSz="4298410" rtl="0" eaLnBrk="1" latinLnBrk="0" hangingPunct="1">
              <a:spcBef>
                <a:spcPct val="20000"/>
              </a:spcBef>
              <a:buFont typeface="Arial" pitchFamily="34" charset="0"/>
              <a:buChar char="•"/>
              <a:defRPr sz="9500" kern="1200">
                <a:solidFill>
                  <a:schemeClr val="tx1"/>
                </a:solidFill>
                <a:latin typeface="+mn-lt"/>
                <a:ea typeface="+mn-ea"/>
                <a:cs typeface="+mn-cs"/>
              </a:defRPr>
            </a:lvl7pPr>
            <a:lvl8pPr marL="16119034" indent="-1074603" algn="l" defTabSz="4298410" rtl="0" eaLnBrk="1" latinLnBrk="0" hangingPunct="1">
              <a:spcBef>
                <a:spcPct val="20000"/>
              </a:spcBef>
              <a:buFont typeface="Arial" pitchFamily="34" charset="0"/>
              <a:buChar char="•"/>
              <a:defRPr sz="9500" kern="1200">
                <a:solidFill>
                  <a:schemeClr val="tx1"/>
                </a:solidFill>
                <a:latin typeface="+mn-lt"/>
                <a:ea typeface="+mn-ea"/>
                <a:cs typeface="+mn-cs"/>
              </a:defRPr>
            </a:lvl8pPr>
            <a:lvl9pPr marL="18268238" indent="-1074603" algn="l" defTabSz="4298410" rtl="0" eaLnBrk="1" latinLnBrk="0" hangingPunct="1">
              <a:spcBef>
                <a:spcPct val="20000"/>
              </a:spcBef>
              <a:buFont typeface="Arial" pitchFamily="34" charset="0"/>
              <a:buChar char="•"/>
              <a:defRPr sz="9500" kern="1200">
                <a:solidFill>
                  <a:schemeClr val="tx1"/>
                </a:solidFill>
                <a:latin typeface="+mn-lt"/>
                <a:ea typeface="+mn-ea"/>
                <a:cs typeface="+mn-cs"/>
              </a:defRPr>
            </a:lvl9pPr>
          </a:lstStyle>
          <a:p>
            <a:r>
              <a:rPr lang="en-US" dirty="0"/>
              <a:t>Methodology and Technical Specifications</a:t>
            </a:r>
          </a:p>
        </p:txBody>
      </p:sp>
      <p:sp>
        <p:nvSpPr>
          <p:cNvPr id="22" name="TextBox 21">
            <a:extLst>
              <a:ext uri="{FF2B5EF4-FFF2-40B4-BE49-F238E27FC236}">
                <a16:creationId xmlns:a16="http://schemas.microsoft.com/office/drawing/2014/main" id="{A36835A9-44A0-6EAF-ADA3-D8ED7C444EEB}"/>
              </a:ext>
            </a:extLst>
          </p:cNvPr>
          <p:cNvSpPr txBox="1"/>
          <p:nvPr/>
        </p:nvSpPr>
        <p:spPr>
          <a:xfrm>
            <a:off x="717159" y="31337794"/>
            <a:ext cx="13732930" cy="10926068"/>
          </a:xfrm>
          <a:prstGeom prst="rect">
            <a:avLst/>
          </a:prstGeom>
          <a:noFill/>
        </p:spPr>
        <p:txBody>
          <a:bodyPr wrap="square" rtlCol="0">
            <a:spAutoFit/>
          </a:bodyPr>
          <a:lstStyle/>
          <a:p>
            <a:pPr algn="just"/>
            <a:endParaRPr lang="en-US" sz="2600" dirty="0">
              <a:solidFill>
                <a:schemeClr val="tx2"/>
              </a:solidFill>
              <a:latin typeface="Times New Roman" panose="02020603050405020304" pitchFamily="18" charset="0"/>
              <a:cs typeface="Times New Roman" panose="02020603050405020304" pitchFamily="18" charset="0"/>
            </a:endParaRPr>
          </a:p>
          <a:p>
            <a:pPr algn="just"/>
            <a:endParaRPr lang="en-US" sz="2600" dirty="0">
              <a:solidFill>
                <a:schemeClr val="tx2"/>
              </a:solidFill>
              <a:latin typeface="Times New Roman" panose="02020603050405020304" pitchFamily="18" charset="0"/>
              <a:cs typeface="Times New Roman" panose="02020603050405020304" pitchFamily="18" charset="0"/>
            </a:endParaRPr>
          </a:p>
          <a:p>
            <a:pPr algn="just"/>
            <a:endParaRPr lang="en-US" sz="2600" dirty="0">
              <a:solidFill>
                <a:schemeClr val="tx2"/>
              </a:solidFill>
              <a:latin typeface="Times New Roman" panose="02020603050405020304" pitchFamily="18" charset="0"/>
              <a:cs typeface="Times New Roman" panose="02020603050405020304" pitchFamily="18" charset="0"/>
            </a:endParaRPr>
          </a:p>
          <a:p>
            <a:pPr algn="just"/>
            <a:endParaRPr lang="en-US" sz="2600" dirty="0">
              <a:solidFill>
                <a:schemeClr val="tx2"/>
              </a:solidFill>
              <a:latin typeface="Times New Roman" panose="02020603050405020304" pitchFamily="18" charset="0"/>
              <a:cs typeface="Times New Roman" panose="02020603050405020304" pitchFamily="18" charset="0"/>
            </a:endParaRPr>
          </a:p>
          <a:p>
            <a:pPr algn="just"/>
            <a:r>
              <a:rPr lang="en-US" sz="2600" dirty="0">
                <a:solidFill>
                  <a:schemeClr val="tx2"/>
                </a:solidFill>
                <a:latin typeface="Times New Roman" panose="02020603050405020304" pitchFamily="18" charset="0"/>
                <a:cs typeface="Times New Roman" panose="02020603050405020304" pitchFamily="18" charset="0"/>
              </a:rPr>
              <a:t>The creation of our star dataset involved converting the Bright Star Catalog to a CSV file, selecting key columns, and renaming the parallax column. This dataset was merged with the HYG v4.0 catalog using Python and Pandas, incorporating additional attributes like magnitude and luminosity. Finally, RGB color data from a GitHub repository was integrated by matching HD numbers, enhancing the dataset further.</a:t>
            </a:r>
          </a:p>
          <a:p>
            <a:pPr algn="just"/>
            <a:endParaRPr lang="en-GB" sz="2800" dirty="0">
              <a:solidFill>
                <a:schemeClr val="tx2"/>
              </a:solidFill>
              <a:latin typeface="Times New Roman" panose="02020603050405020304" pitchFamily="18" charset="0"/>
              <a:cs typeface="Times New Roman" panose="02020603050405020304" pitchFamily="18" charset="0"/>
            </a:endParaRPr>
          </a:p>
          <a:p>
            <a:r>
              <a:rPr lang="en-GB" sz="2600" dirty="0">
                <a:solidFill>
                  <a:schemeClr val="tx2"/>
                </a:solidFill>
                <a:latin typeface="Times New Roman" panose="02020603050405020304" pitchFamily="18" charset="0"/>
                <a:cs typeface="Times New Roman" panose="02020603050405020304" pitchFamily="18" charset="0"/>
              </a:rPr>
              <a:t>The following coordinate conversions were performed using standard mathematical formulas as well as a python package called </a:t>
            </a:r>
            <a:r>
              <a:rPr lang="en-GB" sz="2600" dirty="0" err="1">
                <a:solidFill>
                  <a:schemeClr val="tx2"/>
                </a:solidFill>
                <a:latin typeface="Times New Roman" panose="02020603050405020304" pitchFamily="18" charset="0"/>
                <a:cs typeface="Times New Roman" panose="02020603050405020304" pitchFamily="18" charset="0"/>
              </a:rPr>
              <a:t>Astropy</a:t>
            </a:r>
            <a:r>
              <a:rPr lang="en-GB" sz="2600" dirty="0">
                <a:solidFill>
                  <a:schemeClr val="tx2"/>
                </a:solidFill>
                <a:latin typeface="Times New Roman" panose="02020603050405020304" pitchFamily="18" charset="0"/>
                <a:cs typeface="Times New Roman" panose="02020603050405020304" pitchFamily="18" charset="0"/>
              </a:rPr>
              <a:t> which is tailored for astronomical conversions. </a:t>
            </a:r>
          </a:p>
          <a:p>
            <a:endParaRPr lang="en-GB" sz="2800" dirty="0">
              <a:solidFill>
                <a:schemeClr val="tx2"/>
              </a:solidFill>
              <a:latin typeface="Times New Roman" panose="02020603050405020304" pitchFamily="18" charset="0"/>
              <a:cs typeface="Times New Roman" panose="02020603050405020304" pitchFamily="18" charset="0"/>
            </a:endParaRPr>
          </a:p>
          <a:p>
            <a:endParaRPr lang="en-GB" sz="2800" dirty="0">
              <a:solidFill>
                <a:schemeClr val="tx2"/>
              </a:solidFill>
              <a:latin typeface="Times New Roman" panose="02020603050405020304" pitchFamily="18" charset="0"/>
              <a:cs typeface="Times New Roman" panose="02020603050405020304" pitchFamily="18" charset="0"/>
            </a:endParaRPr>
          </a:p>
          <a:p>
            <a:endParaRPr lang="en-GB" sz="2800" dirty="0">
              <a:solidFill>
                <a:schemeClr val="tx2"/>
              </a:solidFill>
              <a:latin typeface="Times New Roman" panose="02020603050405020304" pitchFamily="18" charset="0"/>
              <a:cs typeface="Times New Roman" panose="02020603050405020304" pitchFamily="18" charset="0"/>
            </a:endParaRPr>
          </a:p>
          <a:p>
            <a:endParaRPr lang="en-GB" sz="2800" dirty="0">
              <a:solidFill>
                <a:schemeClr val="tx2"/>
              </a:solidFill>
              <a:latin typeface="Times New Roman" panose="02020603050405020304" pitchFamily="18" charset="0"/>
              <a:cs typeface="Times New Roman" panose="02020603050405020304" pitchFamily="18" charset="0"/>
            </a:endParaRPr>
          </a:p>
          <a:p>
            <a:endParaRPr lang="en-GB" sz="2800" dirty="0">
              <a:solidFill>
                <a:schemeClr val="tx2"/>
              </a:solidFill>
              <a:latin typeface="Times New Roman" panose="02020603050405020304" pitchFamily="18" charset="0"/>
              <a:cs typeface="Times New Roman" panose="02020603050405020304" pitchFamily="18" charset="0"/>
            </a:endParaRPr>
          </a:p>
          <a:p>
            <a:endParaRPr lang="en-GB" sz="2800" dirty="0">
              <a:solidFill>
                <a:schemeClr val="tx2"/>
              </a:solidFill>
              <a:latin typeface="Times New Roman" panose="02020603050405020304" pitchFamily="18" charset="0"/>
              <a:cs typeface="Times New Roman" panose="02020603050405020304" pitchFamily="18" charset="0"/>
            </a:endParaRPr>
          </a:p>
          <a:p>
            <a:endParaRPr lang="en-US" sz="3200" u="sng" dirty="0">
              <a:solidFill>
                <a:schemeClr val="tx2"/>
              </a:solidFill>
              <a:latin typeface="Times New Roman" panose="02020603050405020304" pitchFamily="18" charset="0"/>
              <a:cs typeface="Times New Roman" panose="02020603050405020304" pitchFamily="18" charset="0"/>
            </a:endParaRPr>
          </a:p>
          <a:p>
            <a:endParaRPr lang="en-US" sz="3200" u="sng" dirty="0">
              <a:solidFill>
                <a:schemeClr val="tx2"/>
              </a:solidFill>
              <a:latin typeface="Times New Roman" panose="02020603050405020304" pitchFamily="18" charset="0"/>
              <a:cs typeface="Times New Roman" panose="02020603050405020304" pitchFamily="18" charset="0"/>
            </a:endParaRPr>
          </a:p>
          <a:p>
            <a:endParaRPr lang="en-US" sz="2600" u="sng" dirty="0">
              <a:solidFill>
                <a:schemeClr val="tx2"/>
              </a:solidFill>
              <a:latin typeface="Times New Roman" panose="02020603050405020304" pitchFamily="18" charset="0"/>
              <a:cs typeface="Times New Roman" panose="02020603050405020304" pitchFamily="18" charset="0"/>
            </a:endParaRPr>
          </a:p>
          <a:p>
            <a:endParaRPr lang="en-US" sz="2600" u="sng" dirty="0">
              <a:solidFill>
                <a:schemeClr val="tx2"/>
              </a:solidFill>
              <a:latin typeface="Times New Roman" panose="02020603050405020304" pitchFamily="18" charset="0"/>
              <a:cs typeface="Times New Roman" panose="02020603050405020304" pitchFamily="18" charset="0"/>
            </a:endParaRPr>
          </a:p>
          <a:p>
            <a:endParaRPr lang="en-US" sz="2600" u="sng" dirty="0">
              <a:solidFill>
                <a:schemeClr val="tx2"/>
              </a:solidFill>
              <a:latin typeface="Times New Roman" panose="02020603050405020304" pitchFamily="18" charset="0"/>
              <a:cs typeface="Times New Roman" panose="02020603050405020304" pitchFamily="18" charset="0"/>
            </a:endParaRPr>
          </a:p>
          <a:p>
            <a:r>
              <a:rPr lang="en-US" sz="2600" u="sng" dirty="0">
                <a:solidFill>
                  <a:schemeClr val="tx2"/>
                </a:solidFill>
                <a:latin typeface="Times New Roman" panose="02020603050405020304" pitchFamily="18" charset="0"/>
                <a:cs typeface="Times New Roman" panose="02020603050405020304" pitchFamily="18" charset="0"/>
              </a:rPr>
              <a:t>Technical Specifications:</a:t>
            </a:r>
            <a:br>
              <a:rPr lang="en-US" sz="2600" dirty="0">
                <a:solidFill>
                  <a:schemeClr val="tx2"/>
                </a:solidFill>
                <a:latin typeface="Times New Roman" panose="02020603050405020304" pitchFamily="18" charset="0"/>
                <a:cs typeface="Times New Roman" panose="02020603050405020304" pitchFamily="18" charset="0"/>
              </a:rPr>
            </a:br>
            <a:r>
              <a:rPr lang="en-US" sz="2600" dirty="0">
                <a:solidFill>
                  <a:schemeClr val="tx2"/>
                </a:solidFill>
                <a:latin typeface="Times New Roman" panose="02020603050405020304" pitchFamily="18" charset="0"/>
                <a:cs typeface="Times New Roman" panose="02020603050405020304" pitchFamily="18" charset="0"/>
              </a:rPr>
              <a:t>Python 3.9.12 – Packages used: </a:t>
            </a:r>
            <a:r>
              <a:rPr lang="en-US" sz="2600" dirty="0" err="1">
                <a:solidFill>
                  <a:schemeClr val="tx2"/>
                </a:solidFill>
                <a:latin typeface="Times New Roman" panose="02020603050405020304" pitchFamily="18" charset="0"/>
                <a:cs typeface="Times New Roman" panose="02020603050405020304" pitchFamily="18" charset="0"/>
              </a:rPr>
              <a:t>Pygame</a:t>
            </a:r>
            <a:r>
              <a:rPr lang="en-US" sz="2600" dirty="0">
                <a:solidFill>
                  <a:schemeClr val="tx2"/>
                </a:solidFill>
                <a:latin typeface="Times New Roman" panose="02020603050405020304" pitchFamily="18" charset="0"/>
                <a:cs typeface="Times New Roman" panose="02020603050405020304" pitchFamily="18" charset="0"/>
              </a:rPr>
              <a:t>, </a:t>
            </a:r>
            <a:r>
              <a:rPr lang="en-US" sz="2600" dirty="0" err="1">
                <a:solidFill>
                  <a:schemeClr val="tx2"/>
                </a:solidFill>
                <a:latin typeface="Times New Roman" panose="02020603050405020304" pitchFamily="18" charset="0"/>
                <a:cs typeface="Times New Roman" panose="02020603050405020304" pitchFamily="18" charset="0"/>
              </a:rPr>
              <a:t>Skyfield</a:t>
            </a:r>
            <a:r>
              <a:rPr lang="en-US" sz="2600" dirty="0">
                <a:solidFill>
                  <a:schemeClr val="tx2"/>
                </a:solidFill>
                <a:latin typeface="Times New Roman" panose="02020603050405020304" pitchFamily="18" charset="0"/>
                <a:cs typeface="Times New Roman" panose="02020603050405020304" pitchFamily="18" charset="0"/>
              </a:rPr>
              <a:t>, </a:t>
            </a:r>
            <a:r>
              <a:rPr lang="en-US" sz="2600" dirty="0" err="1">
                <a:solidFill>
                  <a:schemeClr val="tx2"/>
                </a:solidFill>
                <a:latin typeface="Times New Roman" panose="02020603050405020304" pitchFamily="18" charset="0"/>
                <a:cs typeface="Times New Roman" panose="02020603050405020304" pitchFamily="18" charset="0"/>
              </a:rPr>
              <a:t>Numpy</a:t>
            </a:r>
            <a:r>
              <a:rPr lang="en-US" sz="2600" dirty="0">
                <a:solidFill>
                  <a:schemeClr val="tx2"/>
                </a:solidFill>
                <a:latin typeface="Times New Roman" panose="02020603050405020304" pitchFamily="18" charset="0"/>
                <a:cs typeface="Times New Roman" panose="02020603050405020304" pitchFamily="18" charset="0"/>
              </a:rPr>
              <a:t>, Pandas, Math, </a:t>
            </a:r>
            <a:r>
              <a:rPr lang="en-US" sz="2600" dirty="0" err="1">
                <a:solidFill>
                  <a:schemeClr val="tx2"/>
                </a:solidFill>
                <a:latin typeface="Times New Roman" panose="02020603050405020304" pitchFamily="18" charset="0"/>
                <a:cs typeface="Times New Roman" panose="02020603050405020304" pitchFamily="18" charset="0"/>
              </a:rPr>
              <a:t>Pytz</a:t>
            </a:r>
            <a:r>
              <a:rPr lang="en-US" sz="2600" dirty="0">
                <a:solidFill>
                  <a:schemeClr val="tx2"/>
                </a:solidFill>
                <a:latin typeface="Times New Roman" panose="02020603050405020304" pitchFamily="18" charset="0"/>
                <a:cs typeface="Times New Roman" panose="02020603050405020304" pitchFamily="18" charset="0"/>
              </a:rPr>
              <a:t>, Datetime, </a:t>
            </a:r>
            <a:r>
              <a:rPr lang="en-US" sz="2600" dirty="0" err="1">
                <a:solidFill>
                  <a:schemeClr val="tx2"/>
                </a:solidFill>
                <a:latin typeface="Times New Roman" panose="02020603050405020304" pitchFamily="18" charset="0"/>
                <a:cs typeface="Times New Roman" panose="02020603050405020304" pitchFamily="18" charset="0"/>
              </a:rPr>
              <a:t>Astropy</a:t>
            </a:r>
            <a:endParaRPr lang="en-US" sz="2600" dirty="0">
              <a:solidFill>
                <a:schemeClr val="tx2"/>
              </a:solidFill>
              <a:latin typeface="Times New Roman" panose="02020603050405020304" pitchFamily="18" charset="0"/>
              <a:cs typeface="Times New Roman" panose="02020603050405020304" pitchFamily="18" charset="0"/>
            </a:endParaRPr>
          </a:p>
          <a:p>
            <a:endParaRPr lang="en-GB" sz="2800" dirty="0">
              <a:solidFill>
                <a:schemeClr val="tx2"/>
              </a:solidFill>
              <a:latin typeface="Times New Roman" panose="02020603050405020304" pitchFamily="18" charset="0"/>
              <a:cs typeface="Times New Roman" panose="02020603050405020304" pitchFamily="18" charset="0"/>
            </a:endParaRPr>
          </a:p>
        </p:txBody>
      </p:sp>
      <p:pic>
        <p:nvPicPr>
          <p:cNvPr id="23" name="Picture 22">
            <a:extLst>
              <a:ext uri="{FF2B5EF4-FFF2-40B4-BE49-F238E27FC236}">
                <a16:creationId xmlns:a16="http://schemas.microsoft.com/office/drawing/2014/main" id="{891BC773-10A2-DA18-A448-8634D7F83C2E}"/>
              </a:ext>
            </a:extLst>
          </p:cNvPr>
          <p:cNvPicPr>
            <a:picLocks noChangeAspect="1"/>
          </p:cNvPicPr>
          <p:nvPr/>
        </p:nvPicPr>
        <p:blipFill>
          <a:blip r:embed="rId3"/>
          <a:stretch>
            <a:fillRect/>
          </a:stretch>
        </p:blipFill>
        <p:spPr>
          <a:xfrm>
            <a:off x="698269" y="13122108"/>
            <a:ext cx="4508731" cy="3680597"/>
          </a:xfrm>
          <a:prstGeom prst="rect">
            <a:avLst/>
          </a:prstGeom>
        </p:spPr>
      </p:pic>
      <p:pic>
        <p:nvPicPr>
          <p:cNvPr id="24" name="Picture 23">
            <a:extLst>
              <a:ext uri="{FF2B5EF4-FFF2-40B4-BE49-F238E27FC236}">
                <a16:creationId xmlns:a16="http://schemas.microsoft.com/office/drawing/2014/main" id="{C4A1C50E-D39F-94D8-1E76-F38C4E5AE632}"/>
              </a:ext>
            </a:extLst>
          </p:cNvPr>
          <p:cNvPicPr>
            <a:picLocks noChangeAspect="1"/>
          </p:cNvPicPr>
          <p:nvPr/>
        </p:nvPicPr>
        <p:blipFill>
          <a:blip r:embed="rId4"/>
          <a:stretch>
            <a:fillRect/>
          </a:stretch>
        </p:blipFill>
        <p:spPr>
          <a:xfrm>
            <a:off x="5281578" y="13125472"/>
            <a:ext cx="3974307" cy="3706669"/>
          </a:xfrm>
          <a:prstGeom prst="rect">
            <a:avLst/>
          </a:prstGeom>
        </p:spPr>
      </p:pic>
      <p:pic>
        <p:nvPicPr>
          <p:cNvPr id="25" name="Picture 24">
            <a:extLst>
              <a:ext uri="{FF2B5EF4-FFF2-40B4-BE49-F238E27FC236}">
                <a16:creationId xmlns:a16="http://schemas.microsoft.com/office/drawing/2014/main" id="{D44726EE-A36F-E974-E774-981018A33988}"/>
              </a:ext>
            </a:extLst>
          </p:cNvPr>
          <p:cNvPicPr>
            <a:picLocks noChangeAspect="1"/>
          </p:cNvPicPr>
          <p:nvPr/>
        </p:nvPicPr>
        <p:blipFill>
          <a:blip r:embed="rId5"/>
          <a:stretch>
            <a:fillRect/>
          </a:stretch>
        </p:blipFill>
        <p:spPr>
          <a:xfrm>
            <a:off x="9411756" y="13164132"/>
            <a:ext cx="5355217" cy="3238233"/>
          </a:xfrm>
          <a:prstGeom prst="rect">
            <a:avLst/>
          </a:prstGeom>
        </p:spPr>
      </p:pic>
      <p:sp>
        <p:nvSpPr>
          <p:cNvPr id="26" name="TextBox 25">
            <a:extLst>
              <a:ext uri="{FF2B5EF4-FFF2-40B4-BE49-F238E27FC236}">
                <a16:creationId xmlns:a16="http://schemas.microsoft.com/office/drawing/2014/main" id="{E5484FBB-BF65-549D-CDE6-A14CE57285F1}"/>
              </a:ext>
            </a:extLst>
          </p:cNvPr>
          <p:cNvSpPr txBox="1"/>
          <p:nvPr/>
        </p:nvSpPr>
        <p:spPr>
          <a:xfrm>
            <a:off x="854140" y="16925115"/>
            <a:ext cx="4293319" cy="954107"/>
          </a:xfrm>
          <a:prstGeom prst="rect">
            <a:avLst/>
          </a:prstGeom>
          <a:noFill/>
        </p:spPr>
        <p:txBody>
          <a:bodyPr wrap="square" rtlCol="0">
            <a:spAutoFit/>
          </a:bodyPr>
          <a:lstStyle/>
          <a:p>
            <a:r>
              <a:rPr lang="en-US" sz="2800" dirty="0">
                <a:solidFill>
                  <a:schemeClr val="tx2"/>
                </a:solidFill>
                <a:latin typeface="Times New Roman" panose="02020603050405020304" pitchFamily="18" charset="0"/>
                <a:cs typeface="Times New Roman" panose="02020603050405020304" pitchFamily="18" charset="0"/>
              </a:rPr>
              <a:t>The Galactic Coordinate System</a:t>
            </a:r>
            <a:endParaRPr lang="en-GB" sz="2800" dirty="0">
              <a:solidFill>
                <a:schemeClr val="tx2"/>
              </a:solidFill>
              <a:latin typeface="Times New Roman" panose="02020603050405020304" pitchFamily="18" charset="0"/>
              <a:cs typeface="Times New Roman" panose="02020603050405020304" pitchFamily="18" charset="0"/>
            </a:endParaRPr>
          </a:p>
        </p:txBody>
      </p:sp>
      <p:sp>
        <p:nvSpPr>
          <p:cNvPr id="27" name="TextBox 26">
            <a:extLst>
              <a:ext uri="{FF2B5EF4-FFF2-40B4-BE49-F238E27FC236}">
                <a16:creationId xmlns:a16="http://schemas.microsoft.com/office/drawing/2014/main" id="{BF126685-49AA-D2E3-5EDF-421B9BBB985D}"/>
              </a:ext>
            </a:extLst>
          </p:cNvPr>
          <p:cNvSpPr txBox="1"/>
          <p:nvPr/>
        </p:nvSpPr>
        <p:spPr>
          <a:xfrm>
            <a:off x="5207000" y="16980549"/>
            <a:ext cx="3974307" cy="954107"/>
          </a:xfrm>
          <a:prstGeom prst="rect">
            <a:avLst/>
          </a:prstGeom>
          <a:noFill/>
        </p:spPr>
        <p:txBody>
          <a:bodyPr wrap="square" rtlCol="0">
            <a:spAutoFit/>
          </a:bodyPr>
          <a:lstStyle/>
          <a:p>
            <a:r>
              <a:rPr lang="en-US" sz="2800" dirty="0">
                <a:solidFill>
                  <a:schemeClr val="tx2"/>
                </a:solidFill>
                <a:latin typeface="Times New Roman" panose="02020603050405020304" pitchFamily="18" charset="0"/>
                <a:cs typeface="Times New Roman" panose="02020603050405020304" pitchFamily="18" charset="0"/>
              </a:rPr>
              <a:t>The Equatorial Coordinate System</a:t>
            </a:r>
            <a:endParaRPr lang="en-GB" sz="2800" dirty="0">
              <a:solidFill>
                <a:schemeClr val="tx2"/>
              </a:solidFill>
              <a:latin typeface="Times New Roman" panose="02020603050405020304" pitchFamily="18" charset="0"/>
              <a:cs typeface="Times New Roman" panose="02020603050405020304" pitchFamily="18" charset="0"/>
            </a:endParaRPr>
          </a:p>
        </p:txBody>
      </p:sp>
      <p:sp>
        <p:nvSpPr>
          <p:cNvPr id="28" name="TextBox 27">
            <a:extLst>
              <a:ext uri="{FF2B5EF4-FFF2-40B4-BE49-F238E27FC236}">
                <a16:creationId xmlns:a16="http://schemas.microsoft.com/office/drawing/2014/main" id="{92167626-82DD-359D-BF26-93BF0732EA3A}"/>
              </a:ext>
            </a:extLst>
          </p:cNvPr>
          <p:cNvSpPr txBox="1"/>
          <p:nvPr/>
        </p:nvSpPr>
        <p:spPr>
          <a:xfrm>
            <a:off x="9411756" y="16980549"/>
            <a:ext cx="5234855" cy="523220"/>
          </a:xfrm>
          <a:prstGeom prst="rect">
            <a:avLst/>
          </a:prstGeom>
          <a:noFill/>
        </p:spPr>
        <p:txBody>
          <a:bodyPr wrap="square" rtlCol="0">
            <a:spAutoFit/>
          </a:bodyPr>
          <a:lstStyle/>
          <a:p>
            <a:r>
              <a:rPr lang="en-US" sz="2800" dirty="0">
                <a:solidFill>
                  <a:schemeClr val="tx2"/>
                </a:solidFill>
                <a:latin typeface="Times New Roman" panose="02020603050405020304" pitchFamily="18" charset="0"/>
                <a:cs typeface="Times New Roman" panose="02020603050405020304" pitchFamily="18" charset="0"/>
              </a:rPr>
              <a:t>The Cartesian </a:t>
            </a:r>
            <a:r>
              <a:rPr lang="en-US" sz="2800" dirty="0" err="1">
                <a:solidFill>
                  <a:schemeClr val="tx2"/>
                </a:solidFill>
                <a:latin typeface="Times New Roman" panose="02020603050405020304" pitchFamily="18" charset="0"/>
                <a:cs typeface="Times New Roman" panose="02020603050405020304" pitchFamily="18" charset="0"/>
              </a:rPr>
              <a:t>Coordiante</a:t>
            </a:r>
            <a:r>
              <a:rPr lang="en-US" sz="2800" dirty="0">
                <a:solidFill>
                  <a:schemeClr val="tx2"/>
                </a:solidFill>
                <a:latin typeface="Times New Roman" panose="02020603050405020304" pitchFamily="18" charset="0"/>
                <a:cs typeface="Times New Roman" panose="02020603050405020304" pitchFamily="18" charset="0"/>
              </a:rPr>
              <a:t> System</a:t>
            </a:r>
            <a:endParaRPr lang="en-GB" sz="2800" dirty="0">
              <a:solidFill>
                <a:schemeClr val="tx2"/>
              </a:solidFill>
              <a:latin typeface="Times New Roman" panose="02020603050405020304" pitchFamily="18" charset="0"/>
              <a:cs typeface="Times New Roman" panose="02020603050405020304" pitchFamily="18" charset="0"/>
            </a:endParaRPr>
          </a:p>
        </p:txBody>
      </p:sp>
      <p:pic>
        <p:nvPicPr>
          <p:cNvPr id="36" name="Picture 35">
            <a:extLst>
              <a:ext uri="{FF2B5EF4-FFF2-40B4-BE49-F238E27FC236}">
                <a16:creationId xmlns:a16="http://schemas.microsoft.com/office/drawing/2014/main" id="{4DCD6343-4EAC-F5BC-0154-3EB61ED3FE5A}"/>
              </a:ext>
            </a:extLst>
          </p:cNvPr>
          <p:cNvPicPr>
            <a:picLocks noChangeAspect="1"/>
          </p:cNvPicPr>
          <p:nvPr/>
        </p:nvPicPr>
        <p:blipFill>
          <a:blip r:embed="rId6"/>
          <a:stretch>
            <a:fillRect/>
          </a:stretch>
        </p:blipFill>
        <p:spPr>
          <a:xfrm>
            <a:off x="3031981" y="36516893"/>
            <a:ext cx="8473500" cy="4485240"/>
          </a:xfrm>
          <a:prstGeom prst="rect">
            <a:avLst/>
          </a:prstGeom>
        </p:spPr>
      </p:pic>
      <p:pic>
        <p:nvPicPr>
          <p:cNvPr id="41" name="Picture 40">
            <a:extLst>
              <a:ext uri="{FF2B5EF4-FFF2-40B4-BE49-F238E27FC236}">
                <a16:creationId xmlns:a16="http://schemas.microsoft.com/office/drawing/2014/main" id="{6C237079-3E32-D70B-2C81-C7BD17EB0D55}"/>
              </a:ext>
            </a:extLst>
          </p:cNvPr>
          <p:cNvPicPr>
            <a:picLocks noChangeAspect="1"/>
          </p:cNvPicPr>
          <p:nvPr/>
        </p:nvPicPr>
        <p:blipFill rotWithShape="1">
          <a:blip r:embed="rId7"/>
          <a:srcRect l="7402" t="190" r="6519" b="-190"/>
          <a:stretch/>
        </p:blipFill>
        <p:spPr>
          <a:xfrm>
            <a:off x="19485439" y="23606800"/>
            <a:ext cx="7503318" cy="4265685"/>
          </a:xfrm>
          <a:prstGeom prst="rect">
            <a:avLst/>
          </a:prstGeom>
        </p:spPr>
      </p:pic>
      <p:pic>
        <p:nvPicPr>
          <p:cNvPr id="2" name="Picture 1">
            <a:extLst>
              <a:ext uri="{FF2B5EF4-FFF2-40B4-BE49-F238E27FC236}">
                <a16:creationId xmlns:a16="http://schemas.microsoft.com/office/drawing/2014/main" id="{44B055A6-0855-E3EA-BD1B-AEF885CFE453}"/>
              </a:ext>
            </a:extLst>
          </p:cNvPr>
          <p:cNvPicPr>
            <a:picLocks noChangeAspect="1"/>
          </p:cNvPicPr>
          <p:nvPr/>
        </p:nvPicPr>
        <p:blipFill>
          <a:blip r:embed="rId8"/>
          <a:stretch>
            <a:fillRect/>
          </a:stretch>
        </p:blipFill>
        <p:spPr>
          <a:xfrm>
            <a:off x="20633007" y="13725060"/>
            <a:ext cx="4368206" cy="2474692"/>
          </a:xfrm>
          <a:prstGeom prst="rect">
            <a:avLst/>
          </a:prstGeom>
        </p:spPr>
      </p:pic>
      <p:pic>
        <p:nvPicPr>
          <p:cNvPr id="4" name="Picture 3" descr="Stars in the sky with a black background&#10;&#10;Description automatically generated">
            <a:extLst>
              <a:ext uri="{FF2B5EF4-FFF2-40B4-BE49-F238E27FC236}">
                <a16:creationId xmlns:a16="http://schemas.microsoft.com/office/drawing/2014/main" id="{9251C8BB-3447-EDBF-33F3-F2A55B8CD760}"/>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9104440" y="30165844"/>
            <a:ext cx="7419314" cy="6014859"/>
          </a:xfrm>
          <a:prstGeom prst="rect">
            <a:avLst/>
          </a:prstGeom>
        </p:spPr>
      </p:pic>
    </p:spTree>
    <p:extLst>
      <p:ext uri="{BB962C8B-B14F-4D97-AF65-F5344CB8AC3E}">
        <p14:creationId xmlns:p14="http://schemas.microsoft.com/office/powerpoint/2010/main" val="3874869272"/>
      </p:ext>
    </p:extLst>
  </p:cSld>
  <p:clrMapOvr>
    <a:masterClrMapping/>
  </p:clrMapOvr>
</p:sld>
</file>

<file path=ppt/theme/theme1.xml><?xml version="1.0" encoding="utf-8"?>
<a:theme xmlns:a="http://schemas.openxmlformats.org/drawingml/2006/main" name="PosterPresentations.com-100CMx140CM">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800" dirty="0">
            <a:latin typeface="Times New Roman" panose="02020603050405020304" pitchFamily="18" charset="0"/>
            <a:cs typeface="Times New Roman" panose="02020603050405020304" pitchFamily="18" charset="0"/>
          </a:defRPr>
        </a:defPPr>
      </a:lstStyle>
    </a:txDef>
  </a:objectDefaults>
  <a:extraClrSchemeLst/>
</a:theme>
</file>

<file path=ppt/theme/theme2.xml><?xml version="1.0" encoding="utf-8"?>
<a:theme xmlns:a="http://schemas.openxmlformats.org/drawingml/2006/main" name="Classic - Wide Center">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800" dirty="0">
            <a:latin typeface="Times New Roman" panose="02020603050405020304" pitchFamily="18" charset="0"/>
            <a:cs typeface="Times New Roman" panose="02020603050405020304" pitchFamily="18" charset="0"/>
          </a:defRPr>
        </a:defPPr>
      </a:lst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PosterPresentations.com-100CMx140CM</Template>
  <TotalTime>507</TotalTime>
  <Words>1365</Words>
  <Application>Microsoft Office PowerPoint</Application>
  <PresentationFormat>Custom</PresentationFormat>
  <Paragraphs>88</Paragraphs>
  <Slides>1</Slides>
  <Notes>1</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vt:i4>
      </vt:variant>
    </vt:vector>
  </HeadingPairs>
  <TitlesOfParts>
    <vt:vector size="8" baseType="lpstr">
      <vt:lpstr>Arial</vt:lpstr>
      <vt:lpstr>Arial Black</vt:lpstr>
      <vt:lpstr>Calibri</vt:lpstr>
      <vt:lpstr>Times New Roman</vt:lpstr>
      <vt:lpstr>Trebuchet MS</vt:lpstr>
      <vt:lpstr>PosterPresentations.com-100CMx140CM</vt:lpstr>
      <vt:lpstr>Classic - Wide Center</vt:lpstr>
      <vt:lpstr>PowerPoint Presentation</vt:lpstr>
    </vt:vector>
  </TitlesOfParts>
  <Company>Hewlett-Packard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CanterburyMedia</dc:creator>
  <dc:description>This template is the property of PosterPresentations.com. Call us if you need help with this poster template._x000d_
1-866-649-3004           _x000d_
 (c)PosterPresentations.com</dc:description>
  <cp:lastModifiedBy>Rahul Gajula</cp:lastModifiedBy>
  <cp:revision>44</cp:revision>
  <dcterms:created xsi:type="dcterms:W3CDTF">2012-02-10T00:21:22Z</dcterms:created>
  <dcterms:modified xsi:type="dcterms:W3CDTF">2024-06-05T12:36:12Z</dcterms:modified>
</cp:coreProperties>
</file>